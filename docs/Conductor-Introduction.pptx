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0" d="100"/>
          <a:sy n="50" d="100"/>
        </p:scale>
        <p:origin x="60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over-pulse-dot">
            <a:extLst>
              <a:ext uri="{FF2B5EF4-FFF2-40B4-BE49-F238E27FC236}">
                <a16:creationId xmlns:a16="http://schemas.microsoft.com/office/drawing/2014/main" id="{31EAEFBD-EA3A-407C-8069-0D03CB6EB5A0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90500" cy="190500"/>
          </a:xfrm>
          <a:prstGeom prst="ellipse">
            <a:avLst/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47C801AE-FBF0-4658-8611-8F606B52B84D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718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rPr sz="1500" b="1">
                <a:solidFill>
                  <a:srgbClr val="FBBF24"/>
                </a:solidFill>
              </a:rPr>
              <a:t>SOFTWARE DELIVERY CONTROL SURFACE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F2CDC0D1-06DE-4273-8F45-7473F9C77726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7543800" cy="1219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950" b="1">
                <a:solidFill>
                  <a:srgbClr val="F8FAFC"/>
                </a:solidFill>
              </a:defRPr>
            </a:pPr>
            <a:r>
              <a:rPr sz="7950" b="1">
                <a:solidFill>
                  <a:srgbClr val="F8FAFC"/>
                </a:solidFill>
              </a:rPr>
              <a:t>CONDUCTOR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26A666EB-62F9-419B-B880-869AD32E0534}"/>
              </a:ext>
            </a:extLst>
          </p:cNvPr>
          <p:cNvSpPr>
            <a:spLocks noGrp="1"/>
          </p:cNvSpPr>
          <p:nvPr/>
        </p:nvSpPr>
        <p:spPr>
          <a:xfrm>
            <a:off x="895350" y="5105400"/>
            <a:ext cx="5257800" cy="889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DDE7F0"/>
                </a:solidFill>
              </a:defRPr>
            </a:pPr>
            <a:r>
              <a:rPr sz="2550">
                <a:solidFill>
                  <a:srgbClr val="DDE7F0"/>
                </a:solidFill>
              </a:rPr>
              <a:t>The fleet control layer above Symphony.</a:t>
            </a:r>
          </a:p>
        </p:txBody>
      </p:sp>
      <p:sp>
        <p:nvSpPr>
          <p:cNvPr id="5" name="cover-body">
            <a:extLst>
              <a:ext uri="{FF2B5EF4-FFF2-40B4-BE49-F238E27FC236}">
                <a16:creationId xmlns:a16="http://schemas.microsoft.com/office/drawing/2014/main" id="{5B570723-C746-42DD-B5BC-1FF0BD6BA40C}"/>
              </a:ext>
            </a:extLst>
          </p:cNvPr>
          <p:cNvSpPr>
            <a:spLocks noGrp="1"/>
          </p:cNvSpPr>
          <p:nvPr/>
        </p:nvSpPr>
        <p:spPr>
          <a:xfrm>
            <a:off x="895350" y="6343650"/>
            <a:ext cx="6667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91A3B6"/>
                </a:solidFill>
              </a:defRPr>
            </a:pPr>
            <a:r>
              <a:rPr sz="1875">
                <a:solidFill>
                  <a:srgbClr val="91A3B6"/>
                </a:solidFill>
              </a:rPr>
              <a:t>A single place to supervise projects, repositories, agent runs, delivery risks, policies, and reports.</a:t>
            </a:r>
          </a:p>
        </p:txBody>
      </p:sp>
      <p:sp>
        <p:nvSpPr>
          <p:cNvPr id="6" name="cover-chip-monitor">
            <a:extLst>
              <a:ext uri="{FF2B5EF4-FFF2-40B4-BE49-F238E27FC236}">
                <a16:creationId xmlns:a16="http://schemas.microsoft.com/office/drawing/2014/main" id="{EF64ADDD-9C6B-4D6C-BB95-8828DEAE3FC6}"/>
              </a:ext>
            </a:extLst>
          </p:cNvPr>
          <p:cNvSpPr>
            <a:spLocks noGrp="1"/>
          </p:cNvSpPr>
          <p:nvPr/>
        </p:nvSpPr>
        <p:spPr>
          <a:xfrm>
            <a:off x="901700" y="7124700"/>
            <a:ext cx="1219200" cy="4064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" name="cover-chip-monitor-text">
            <a:extLst>
              <a:ext uri="{FF2B5EF4-FFF2-40B4-BE49-F238E27FC236}">
                <a16:creationId xmlns:a16="http://schemas.microsoft.com/office/drawing/2014/main" id="{7308D491-1554-4B1E-9163-FC176ED3500C}"/>
              </a:ext>
            </a:extLst>
          </p:cNvPr>
          <p:cNvSpPr>
            <a:spLocks noGrp="1"/>
          </p:cNvSpPr>
          <p:nvPr/>
        </p:nvSpPr>
        <p:spPr>
          <a:xfrm>
            <a:off x="901700" y="7124700"/>
            <a:ext cx="1219200" cy="406400"/>
          </a:xfrm>
          <a:prstGeom prst="rect">
            <a:avLst/>
          </a:prstGeom>
        </p:spPr>
        <p:txBody>
          <a:bodyPr wrap="none" lIns="0" tIns="0" rIns="0" bIns="0" anchor="ctr" anchorCtr="1">
            <a:noAutofit/>
          </a:bodyPr>
          <a:lstStyle/>
          <a:p>
            <a:pPr algn="ctr">
              <a:defRPr sz="1350" b="1">
                <a:solidFill>
                  <a:srgbClr val="071018"/>
                </a:solidFill>
              </a:defRPr>
            </a:pPr>
            <a:r>
              <a:rPr sz="1350" b="1" dirty="0">
                <a:solidFill>
                  <a:srgbClr val="071018"/>
                </a:solidFill>
              </a:rPr>
              <a:t>monitor</a:t>
            </a:r>
          </a:p>
        </p:txBody>
      </p:sp>
      <p:sp>
        <p:nvSpPr>
          <p:cNvPr id="8" name="cover-chip-orchestrate">
            <a:extLst>
              <a:ext uri="{FF2B5EF4-FFF2-40B4-BE49-F238E27FC236}">
                <a16:creationId xmlns:a16="http://schemas.microsoft.com/office/drawing/2014/main" id="{91520DF6-999F-42A8-89C9-AAAB3259C974}"/>
              </a:ext>
            </a:extLst>
          </p:cNvPr>
          <p:cNvSpPr>
            <a:spLocks noGrp="1"/>
          </p:cNvSpPr>
          <p:nvPr/>
        </p:nvSpPr>
        <p:spPr>
          <a:xfrm>
            <a:off x="2273300" y="7124700"/>
            <a:ext cx="1625600" cy="406400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cover-chip-orchestrate-text">
            <a:extLst>
              <a:ext uri="{FF2B5EF4-FFF2-40B4-BE49-F238E27FC236}">
                <a16:creationId xmlns:a16="http://schemas.microsoft.com/office/drawing/2014/main" id="{7FC9FE3A-2413-47D2-BE5D-17C675B26923}"/>
              </a:ext>
            </a:extLst>
          </p:cNvPr>
          <p:cNvSpPr>
            <a:spLocks noGrp="1"/>
          </p:cNvSpPr>
          <p:nvPr/>
        </p:nvSpPr>
        <p:spPr>
          <a:xfrm>
            <a:off x="2273300" y="7124700"/>
            <a:ext cx="1625600" cy="406400"/>
          </a:xfrm>
          <a:prstGeom prst="rect">
            <a:avLst/>
          </a:prstGeom>
        </p:spPr>
        <p:txBody>
          <a:bodyPr wrap="none" lIns="0" tIns="0" rIns="0" bIns="0" anchor="ctr" anchorCtr="1">
            <a:noAutofit/>
          </a:bodyPr>
          <a:lstStyle/>
          <a:p>
            <a:pPr algn="ctr">
              <a:defRPr sz="1350" b="1">
                <a:solidFill>
                  <a:srgbClr val="071018"/>
                </a:solidFill>
              </a:defRPr>
            </a:pPr>
            <a:r>
              <a:rPr sz="1350" b="1">
                <a:solidFill>
                  <a:srgbClr val="071018"/>
                </a:solidFill>
              </a:rPr>
              <a:t>orchestrate</a:t>
            </a:r>
          </a:p>
        </p:txBody>
      </p:sp>
      <p:sp>
        <p:nvSpPr>
          <p:cNvPr id="10" name="cover-chip-govern">
            <a:extLst>
              <a:ext uri="{FF2B5EF4-FFF2-40B4-BE49-F238E27FC236}">
                <a16:creationId xmlns:a16="http://schemas.microsoft.com/office/drawing/2014/main" id="{C26D57E5-655D-4595-8664-6B6FD66A9983}"/>
              </a:ext>
            </a:extLst>
          </p:cNvPr>
          <p:cNvSpPr>
            <a:spLocks noGrp="1"/>
          </p:cNvSpPr>
          <p:nvPr/>
        </p:nvSpPr>
        <p:spPr>
          <a:xfrm>
            <a:off x="4051300" y="7124700"/>
            <a:ext cx="1117600" cy="406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cover-chip-govern-text">
            <a:extLst>
              <a:ext uri="{FF2B5EF4-FFF2-40B4-BE49-F238E27FC236}">
                <a16:creationId xmlns:a16="http://schemas.microsoft.com/office/drawing/2014/main" id="{BC0B2850-6683-4181-AAA1-696D448911A0}"/>
              </a:ext>
            </a:extLst>
          </p:cNvPr>
          <p:cNvSpPr>
            <a:spLocks noGrp="1"/>
          </p:cNvSpPr>
          <p:nvPr/>
        </p:nvSpPr>
        <p:spPr>
          <a:xfrm>
            <a:off x="4051300" y="7124700"/>
            <a:ext cx="1117600" cy="406400"/>
          </a:xfrm>
          <a:prstGeom prst="rect">
            <a:avLst/>
          </a:prstGeom>
        </p:spPr>
        <p:txBody>
          <a:bodyPr wrap="none" lIns="0" tIns="0" rIns="0" bIns="0" anchor="ctr" anchorCtr="1">
            <a:noAutofit/>
          </a:bodyPr>
          <a:lstStyle/>
          <a:p>
            <a:pPr algn="ctr">
              <a:defRPr sz="1350" b="1">
                <a:solidFill>
                  <a:srgbClr val="071018"/>
                </a:solidFill>
              </a:defRPr>
            </a:pPr>
            <a:r>
              <a:rPr sz="1350" b="1">
                <a:solidFill>
                  <a:srgbClr val="071018"/>
                </a:solidFill>
              </a:rPr>
              <a:t>govern</a:t>
            </a:r>
          </a:p>
        </p:txBody>
      </p:sp>
      <p:sp>
        <p:nvSpPr>
          <p:cNvPr id="12" name="cover-fleet-map-cell-0-0">
            <a:extLst>
              <a:ext uri="{FF2B5EF4-FFF2-40B4-BE49-F238E27FC236}">
                <a16:creationId xmlns:a16="http://schemas.microsoft.com/office/drawing/2014/main" id="{1B7AC159-E588-485D-AD06-B5A76A09853E}"/>
              </a:ext>
            </a:extLst>
          </p:cNvPr>
          <p:cNvSpPr>
            <a:spLocks noGrp="1"/>
          </p:cNvSpPr>
          <p:nvPr/>
        </p:nvSpPr>
        <p:spPr>
          <a:xfrm>
            <a:off x="103251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cover-fleet-map-cell-0-1">
            <a:extLst>
              <a:ext uri="{FF2B5EF4-FFF2-40B4-BE49-F238E27FC236}">
                <a16:creationId xmlns:a16="http://schemas.microsoft.com/office/drawing/2014/main" id="{BF216753-23DA-4D59-AF45-61D98C30C39E}"/>
              </a:ext>
            </a:extLst>
          </p:cNvPr>
          <p:cNvSpPr>
            <a:spLocks noGrp="1"/>
          </p:cNvSpPr>
          <p:nvPr/>
        </p:nvSpPr>
        <p:spPr>
          <a:xfrm>
            <a:off x="105918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cover-fleet-map-cell-0-2">
            <a:extLst>
              <a:ext uri="{FF2B5EF4-FFF2-40B4-BE49-F238E27FC236}">
                <a16:creationId xmlns:a16="http://schemas.microsoft.com/office/drawing/2014/main" id="{A01AD696-78DB-4815-9685-8C5FC54BBFC6}"/>
              </a:ext>
            </a:extLst>
          </p:cNvPr>
          <p:cNvSpPr>
            <a:spLocks noGrp="1"/>
          </p:cNvSpPr>
          <p:nvPr/>
        </p:nvSpPr>
        <p:spPr>
          <a:xfrm>
            <a:off x="108585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cover-fleet-map-cell-0-3">
            <a:extLst>
              <a:ext uri="{FF2B5EF4-FFF2-40B4-BE49-F238E27FC236}">
                <a16:creationId xmlns:a16="http://schemas.microsoft.com/office/drawing/2014/main" id="{515DB79F-3996-4061-A7EF-53478DBC7886}"/>
              </a:ext>
            </a:extLst>
          </p:cNvPr>
          <p:cNvSpPr>
            <a:spLocks noGrp="1"/>
          </p:cNvSpPr>
          <p:nvPr/>
        </p:nvSpPr>
        <p:spPr>
          <a:xfrm>
            <a:off x="111252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6" name="cover-fleet-map-cell-0-4">
            <a:extLst>
              <a:ext uri="{FF2B5EF4-FFF2-40B4-BE49-F238E27FC236}">
                <a16:creationId xmlns:a16="http://schemas.microsoft.com/office/drawing/2014/main" id="{2D0B565D-5BF6-4512-A25A-83B0704F21FB}"/>
              </a:ext>
            </a:extLst>
          </p:cNvPr>
          <p:cNvSpPr>
            <a:spLocks noGrp="1"/>
          </p:cNvSpPr>
          <p:nvPr/>
        </p:nvSpPr>
        <p:spPr>
          <a:xfrm>
            <a:off x="113919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" name="cover-fleet-map-cell-0-5">
            <a:extLst>
              <a:ext uri="{FF2B5EF4-FFF2-40B4-BE49-F238E27FC236}">
                <a16:creationId xmlns:a16="http://schemas.microsoft.com/office/drawing/2014/main" id="{E863A034-3199-4B53-A679-636A57753BD0}"/>
              </a:ext>
            </a:extLst>
          </p:cNvPr>
          <p:cNvSpPr>
            <a:spLocks noGrp="1"/>
          </p:cNvSpPr>
          <p:nvPr/>
        </p:nvSpPr>
        <p:spPr>
          <a:xfrm>
            <a:off x="116586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8" name="cover-fleet-map-cell-0-6">
            <a:extLst>
              <a:ext uri="{FF2B5EF4-FFF2-40B4-BE49-F238E27FC236}">
                <a16:creationId xmlns:a16="http://schemas.microsoft.com/office/drawing/2014/main" id="{69D3E6D3-E106-4942-A838-A0A676E82234}"/>
              </a:ext>
            </a:extLst>
          </p:cNvPr>
          <p:cNvSpPr>
            <a:spLocks noGrp="1"/>
          </p:cNvSpPr>
          <p:nvPr/>
        </p:nvSpPr>
        <p:spPr>
          <a:xfrm>
            <a:off x="119253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cover-fleet-map-cell-0-7">
            <a:extLst>
              <a:ext uri="{FF2B5EF4-FFF2-40B4-BE49-F238E27FC236}">
                <a16:creationId xmlns:a16="http://schemas.microsoft.com/office/drawing/2014/main" id="{56513985-87CA-475F-9A2B-B1E3307B5D51}"/>
              </a:ext>
            </a:extLst>
          </p:cNvPr>
          <p:cNvSpPr>
            <a:spLocks noGrp="1"/>
          </p:cNvSpPr>
          <p:nvPr/>
        </p:nvSpPr>
        <p:spPr>
          <a:xfrm>
            <a:off x="121920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0" name="cover-fleet-map-cell-0-8">
            <a:extLst>
              <a:ext uri="{FF2B5EF4-FFF2-40B4-BE49-F238E27FC236}">
                <a16:creationId xmlns:a16="http://schemas.microsoft.com/office/drawing/2014/main" id="{7A5E45B4-41BC-4EA6-B33A-369B8F3995E2}"/>
              </a:ext>
            </a:extLst>
          </p:cNvPr>
          <p:cNvSpPr>
            <a:spLocks noGrp="1"/>
          </p:cNvSpPr>
          <p:nvPr/>
        </p:nvSpPr>
        <p:spPr>
          <a:xfrm>
            <a:off x="124587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" name="cover-fleet-map-cell-0-9">
            <a:extLst>
              <a:ext uri="{FF2B5EF4-FFF2-40B4-BE49-F238E27FC236}">
                <a16:creationId xmlns:a16="http://schemas.microsoft.com/office/drawing/2014/main" id="{BD5941D1-A9B8-4A62-8110-FE5B42652682}"/>
              </a:ext>
            </a:extLst>
          </p:cNvPr>
          <p:cNvSpPr>
            <a:spLocks noGrp="1"/>
          </p:cNvSpPr>
          <p:nvPr/>
        </p:nvSpPr>
        <p:spPr>
          <a:xfrm>
            <a:off x="127254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2" name="cover-fleet-map-cell-0-10">
            <a:extLst>
              <a:ext uri="{FF2B5EF4-FFF2-40B4-BE49-F238E27FC236}">
                <a16:creationId xmlns:a16="http://schemas.microsoft.com/office/drawing/2014/main" id="{68387747-08A4-40A0-B1DE-4D09FDCF5C7B}"/>
              </a:ext>
            </a:extLst>
          </p:cNvPr>
          <p:cNvSpPr>
            <a:spLocks noGrp="1"/>
          </p:cNvSpPr>
          <p:nvPr/>
        </p:nvSpPr>
        <p:spPr>
          <a:xfrm>
            <a:off x="129921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" name="cover-fleet-map-cell-0-11">
            <a:extLst>
              <a:ext uri="{FF2B5EF4-FFF2-40B4-BE49-F238E27FC236}">
                <a16:creationId xmlns:a16="http://schemas.microsoft.com/office/drawing/2014/main" id="{ED098C08-4B90-483D-A3CF-5B8FC9F3B21C}"/>
              </a:ext>
            </a:extLst>
          </p:cNvPr>
          <p:cNvSpPr>
            <a:spLocks noGrp="1"/>
          </p:cNvSpPr>
          <p:nvPr/>
        </p:nvSpPr>
        <p:spPr>
          <a:xfrm>
            <a:off x="132588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4" name="cover-fleet-map-cell-0-12">
            <a:extLst>
              <a:ext uri="{FF2B5EF4-FFF2-40B4-BE49-F238E27FC236}">
                <a16:creationId xmlns:a16="http://schemas.microsoft.com/office/drawing/2014/main" id="{5530E5D7-A76D-40EB-B49F-8BD85EB9D2C4}"/>
              </a:ext>
            </a:extLst>
          </p:cNvPr>
          <p:cNvSpPr>
            <a:spLocks noGrp="1"/>
          </p:cNvSpPr>
          <p:nvPr/>
        </p:nvSpPr>
        <p:spPr>
          <a:xfrm>
            <a:off x="135255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cover-fleet-map-cell-0-13">
            <a:extLst>
              <a:ext uri="{FF2B5EF4-FFF2-40B4-BE49-F238E27FC236}">
                <a16:creationId xmlns:a16="http://schemas.microsoft.com/office/drawing/2014/main" id="{4918C814-92CD-4299-8C1B-05D1EF998F28}"/>
              </a:ext>
            </a:extLst>
          </p:cNvPr>
          <p:cNvSpPr>
            <a:spLocks noGrp="1"/>
          </p:cNvSpPr>
          <p:nvPr/>
        </p:nvSpPr>
        <p:spPr>
          <a:xfrm>
            <a:off x="137922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6" name="cover-fleet-map-cell-0-14">
            <a:extLst>
              <a:ext uri="{FF2B5EF4-FFF2-40B4-BE49-F238E27FC236}">
                <a16:creationId xmlns:a16="http://schemas.microsoft.com/office/drawing/2014/main" id="{A5BB980F-3FBF-4247-8F29-278141117ED4}"/>
              </a:ext>
            </a:extLst>
          </p:cNvPr>
          <p:cNvSpPr>
            <a:spLocks noGrp="1"/>
          </p:cNvSpPr>
          <p:nvPr/>
        </p:nvSpPr>
        <p:spPr>
          <a:xfrm>
            <a:off x="140589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" name="cover-fleet-map-cell-0-15">
            <a:extLst>
              <a:ext uri="{FF2B5EF4-FFF2-40B4-BE49-F238E27FC236}">
                <a16:creationId xmlns:a16="http://schemas.microsoft.com/office/drawing/2014/main" id="{9BBAE078-747B-42A9-A72A-8FCA6A2D6FB0}"/>
              </a:ext>
            </a:extLst>
          </p:cNvPr>
          <p:cNvSpPr>
            <a:spLocks noGrp="1"/>
          </p:cNvSpPr>
          <p:nvPr/>
        </p:nvSpPr>
        <p:spPr>
          <a:xfrm>
            <a:off x="143256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8" name="cover-fleet-map-cell-0-16">
            <a:extLst>
              <a:ext uri="{FF2B5EF4-FFF2-40B4-BE49-F238E27FC236}">
                <a16:creationId xmlns:a16="http://schemas.microsoft.com/office/drawing/2014/main" id="{111D8CA4-75E6-4A91-8F02-B2CC441C1C24}"/>
              </a:ext>
            </a:extLst>
          </p:cNvPr>
          <p:cNvSpPr>
            <a:spLocks noGrp="1"/>
          </p:cNvSpPr>
          <p:nvPr/>
        </p:nvSpPr>
        <p:spPr>
          <a:xfrm>
            <a:off x="145923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" name="cover-fleet-map-cell-0-17">
            <a:extLst>
              <a:ext uri="{FF2B5EF4-FFF2-40B4-BE49-F238E27FC236}">
                <a16:creationId xmlns:a16="http://schemas.microsoft.com/office/drawing/2014/main" id="{7D8C7BA3-B12E-4588-A984-5A54FBEEA149}"/>
              </a:ext>
            </a:extLst>
          </p:cNvPr>
          <p:cNvSpPr>
            <a:spLocks noGrp="1"/>
          </p:cNvSpPr>
          <p:nvPr/>
        </p:nvSpPr>
        <p:spPr>
          <a:xfrm>
            <a:off x="148590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30" name="cover-fleet-map-cell-0-18">
            <a:extLst>
              <a:ext uri="{FF2B5EF4-FFF2-40B4-BE49-F238E27FC236}">
                <a16:creationId xmlns:a16="http://schemas.microsoft.com/office/drawing/2014/main" id="{13484E3F-E016-4C2F-9F7C-D90C5EB2B8D2}"/>
              </a:ext>
            </a:extLst>
          </p:cNvPr>
          <p:cNvSpPr>
            <a:spLocks noGrp="1"/>
          </p:cNvSpPr>
          <p:nvPr/>
        </p:nvSpPr>
        <p:spPr>
          <a:xfrm>
            <a:off x="151257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31" name="cover-fleet-map-cell-0-19">
            <a:extLst>
              <a:ext uri="{FF2B5EF4-FFF2-40B4-BE49-F238E27FC236}">
                <a16:creationId xmlns:a16="http://schemas.microsoft.com/office/drawing/2014/main" id="{7A24CF0C-55B8-42CF-9CD6-3C7B7F22F2B3}"/>
              </a:ext>
            </a:extLst>
          </p:cNvPr>
          <p:cNvSpPr>
            <a:spLocks noGrp="1"/>
          </p:cNvSpPr>
          <p:nvPr/>
        </p:nvSpPr>
        <p:spPr>
          <a:xfrm>
            <a:off x="153924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32" name="cover-fleet-map-cell-0-20">
            <a:extLst>
              <a:ext uri="{FF2B5EF4-FFF2-40B4-BE49-F238E27FC236}">
                <a16:creationId xmlns:a16="http://schemas.microsoft.com/office/drawing/2014/main" id="{E51B1BD9-D855-413B-B5DA-04D7A37DA94C}"/>
              </a:ext>
            </a:extLst>
          </p:cNvPr>
          <p:cNvSpPr>
            <a:spLocks noGrp="1"/>
          </p:cNvSpPr>
          <p:nvPr/>
        </p:nvSpPr>
        <p:spPr>
          <a:xfrm>
            <a:off x="156591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33" name="cover-fleet-map-cell-0-21">
            <a:extLst>
              <a:ext uri="{FF2B5EF4-FFF2-40B4-BE49-F238E27FC236}">
                <a16:creationId xmlns:a16="http://schemas.microsoft.com/office/drawing/2014/main" id="{2249C3CB-1812-468B-B93A-E51B3D702E19}"/>
              </a:ext>
            </a:extLst>
          </p:cNvPr>
          <p:cNvSpPr>
            <a:spLocks noGrp="1"/>
          </p:cNvSpPr>
          <p:nvPr/>
        </p:nvSpPr>
        <p:spPr>
          <a:xfrm>
            <a:off x="15925800" y="3124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34" name="cover-fleet-map-cell-1-0">
            <a:extLst>
              <a:ext uri="{FF2B5EF4-FFF2-40B4-BE49-F238E27FC236}">
                <a16:creationId xmlns:a16="http://schemas.microsoft.com/office/drawing/2014/main" id="{785CB5EA-ABD0-4476-B6C7-06BEF56F0DCF}"/>
              </a:ext>
            </a:extLst>
          </p:cNvPr>
          <p:cNvSpPr>
            <a:spLocks noGrp="1"/>
          </p:cNvSpPr>
          <p:nvPr/>
        </p:nvSpPr>
        <p:spPr>
          <a:xfrm>
            <a:off x="103251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35" name="cover-fleet-map-cell-1-1">
            <a:extLst>
              <a:ext uri="{FF2B5EF4-FFF2-40B4-BE49-F238E27FC236}">
                <a16:creationId xmlns:a16="http://schemas.microsoft.com/office/drawing/2014/main" id="{1D8057F3-17B9-43D6-841E-21EBAEE89AEA}"/>
              </a:ext>
            </a:extLst>
          </p:cNvPr>
          <p:cNvSpPr>
            <a:spLocks noGrp="1"/>
          </p:cNvSpPr>
          <p:nvPr/>
        </p:nvSpPr>
        <p:spPr>
          <a:xfrm>
            <a:off x="105918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36" name="cover-fleet-map-cell-1-2">
            <a:extLst>
              <a:ext uri="{FF2B5EF4-FFF2-40B4-BE49-F238E27FC236}">
                <a16:creationId xmlns:a16="http://schemas.microsoft.com/office/drawing/2014/main" id="{C95644A3-A2F9-4E54-A4AA-46535DBA3A3F}"/>
              </a:ext>
            </a:extLst>
          </p:cNvPr>
          <p:cNvSpPr>
            <a:spLocks noGrp="1"/>
          </p:cNvSpPr>
          <p:nvPr/>
        </p:nvSpPr>
        <p:spPr>
          <a:xfrm>
            <a:off x="108585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37" name="cover-fleet-map-cell-1-3">
            <a:extLst>
              <a:ext uri="{FF2B5EF4-FFF2-40B4-BE49-F238E27FC236}">
                <a16:creationId xmlns:a16="http://schemas.microsoft.com/office/drawing/2014/main" id="{0698C89D-8B31-4B21-AE66-B345AADEF7EC}"/>
              </a:ext>
            </a:extLst>
          </p:cNvPr>
          <p:cNvSpPr>
            <a:spLocks noGrp="1"/>
          </p:cNvSpPr>
          <p:nvPr/>
        </p:nvSpPr>
        <p:spPr>
          <a:xfrm>
            <a:off x="111252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38" name="cover-fleet-map-cell-1-4">
            <a:extLst>
              <a:ext uri="{FF2B5EF4-FFF2-40B4-BE49-F238E27FC236}">
                <a16:creationId xmlns:a16="http://schemas.microsoft.com/office/drawing/2014/main" id="{ACE8DC42-DE61-41EC-BD3D-52391FD27776}"/>
              </a:ext>
            </a:extLst>
          </p:cNvPr>
          <p:cNvSpPr>
            <a:spLocks noGrp="1"/>
          </p:cNvSpPr>
          <p:nvPr/>
        </p:nvSpPr>
        <p:spPr>
          <a:xfrm>
            <a:off x="113919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39" name="cover-fleet-map-cell-1-5">
            <a:extLst>
              <a:ext uri="{FF2B5EF4-FFF2-40B4-BE49-F238E27FC236}">
                <a16:creationId xmlns:a16="http://schemas.microsoft.com/office/drawing/2014/main" id="{54E270DF-1EC7-4B3C-9C62-E0124A841938}"/>
              </a:ext>
            </a:extLst>
          </p:cNvPr>
          <p:cNvSpPr>
            <a:spLocks noGrp="1"/>
          </p:cNvSpPr>
          <p:nvPr/>
        </p:nvSpPr>
        <p:spPr>
          <a:xfrm>
            <a:off x="116586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0" name="cover-fleet-map-cell-1-6">
            <a:extLst>
              <a:ext uri="{FF2B5EF4-FFF2-40B4-BE49-F238E27FC236}">
                <a16:creationId xmlns:a16="http://schemas.microsoft.com/office/drawing/2014/main" id="{DF788F9A-6403-4479-8F79-DB87BC5A16ED}"/>
              </a:ext>
            </a:extLst>
          </p:cNvPr>
          <p:cNvSpPr>
            <a:spLocks noGrp="1"/>
          </p:cNvSpPr>
          <p:nvPr/>
        </p:nvSpPr>
        <p:spPr>
          <a:xfrm>
            <a:off x="119253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1" name="cover-fleet-map-cell-1-7">
            <a:extLst>
              <a:ext uri="{FF2B5EF4-FFF2-40B4-BE49-F238E27FC236}">
                <a16:creationId xmlns:a16="http://schemas.microsoft.com/office/drawing/2014/main" id="{1FCA0EFC-5C94-4FC5-A7FE-C8DEC8C23872}"/>
              </a:ext>
            </a:extLst>
          </p:cNvPr>
          <p:cNvSpPr>
            <a:spLocks noGrp="1"/>
          </p:cNvSpPr>
          <p:nvPr/>
        </p:nvSpPr>
        <p:spPr>
          <a:xfrm>
            <a:off x="121920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2" name="cover-fleet-map-cell-1-8">
            <a:extLst>
              <a:ext uri="{FF2B5EF4-FFF2-40B4-BE49-F238E27FC236}">
                <a16:creationId xmlns:a16="http://schemas.microsoft.com/office/drawing/2014/main" id="{B14A9DE2-5108-41AC-9D47-99837B4AAA18}"/>
              </a:ext>
            </a:extLst>
          </p:cNvPr>
          <p:cNvSpPr>
            <a:spLocks noGrp="1"/>
          </p:cNvSpPr>
          <p:nvPr/>
        </p:nvSpPr>
        <p:spPr>
          <a:xfrm>
            <a:off x="124587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43" name="cover-fleet-map-cell-1-9">
            <a:extLst>
              <a:ext uri="{FF2B5EF4-FFF2-40B4-BE49-F238E27FC236}">
                <a16:creationId xmlns:a16="http://schemas.microsoft.com/office/drawing/2014/main" id="{D490CF7E-EA1D-417F-979A-C9EE52AB3694}"/>
              </a:ext>
            </a:extLst>
          </p:cNvPr>
          <p:cNvSpPr>
            <a:spLocks noGrp="1"/>
          </p:cNvSpPr>
          <p:nvPr/>
        </p:nvSpPr>
        <p:spPr>
          <a:xfrm>
            <a:off x="127254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4" name="cover-fleet-map-cell-1-10">
            <a:extLst>
              <a:ext uri="{FF2B5EF4-FFF2-40B4-BE49-F238E27FC236}">
                <a16:creationId xmlns:a16="http://schemas.microsoft.com/office/drawing/2014/main" id="{86B675C9-BAF3-4CFB-9BF3-1D4DA02C6719}"/>
              </a:ext>
            </a:extLst>
          </p:cNvPr>
          <p:cNvSpPr>
            <a:spLocks noGrp="1"/>
          </p:cNvSpPr>
          <p:nvPr/>
        </p:nvSpPr>
        <p:spPr>
          <a:xfrm>
            <a:off x="129921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5" name="cover-fleet-map-cell-1-11">
            <a:extLst>
              <a:ext uri="{FF2B5EF4-FFF2-40B4-BE49-F238E27FC236}">
                <a16:creationId xmlns:a16="http://schemas.microsoft.com/office/drawing/2014/main" id="{0744508D-F067-49EB-8E48-785566E6CFCD}"/>
              </a:ext>
            </a:extLst>
          </p:cNvPr>
          <p:cNvSpPr>
            <a:spLocks noGrp="1"/>
          </p:cNvSpPr>
          <p:nvPr/>
        </p:nvSpPr>
        <p:spPr>
          <a:xfrm>
            <a:off x="132588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6" name="cover-fleet-map-cell-1-12">
            <a:extLst>
              <a:ext uri="{FF2B5EF4-FFF2-40B4-BE49-F238E27FC236}">
                <a16:creationId xmlns:a16="http://schemas.microsoft.com/office/drawing/2014/main" id="{3605036E-6DDE-4AF3-87CF-22B067CC608C}"/>
              </a:ext>
            </a:extLst>
          </p:cNvPr>
          <p:cNvSpPr>
            <a:spLocks noGrp="1"/>
          </p:cNvSpPr>
          <p:nvPr/>
        </p:nvSpPr>
        <p:spPr>
          <a:xfrm>
            <a:off x="135255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47" name="cover-fleet-map-cell-1-13">
            <a:extLst>
              <a:ext uri="{FF2B5EF4-FFF2-40B4-BE49-F238E27FC236}">
                <a16:creationId xmlns:a16="http://schemas.microsoft.com/office/drawing/2014/main" id="{60EF0F79-1BC2-4DE3-A31F-4F0CB1FAA379}"/>
              </a:ext>
            </a:extLst>
          </p:cNvPr>
          <p:cNvSpPr>
            <a:spLocks noGrp="1"/>
          </p:cNvSpPr>
          <p:nvPr/>
        </p:nvSpPr>
        <p:spPr>
          <a:xfrm>
            <a:off x="137922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48" name="cover-fleet-map-cell-1-14">
            <a:extLst>
              <a:ext uri="{FF2B5EF4-FFF2-40B4-BE49-F238E27FC236}">
                <a16:creationId xmlns:a16="http://schemas.microsoft.com/office/drawing/2014/main" id="{0C008124-CC33-4FBD-AE14-AB2A1B234AC7}"/>
              </a:ext>
            </a:extLst>
          </p:cNvPr>
          <p:cNvSpPr>
            <a:spLocks noGrp="1"/>
          </p:cNvSpPr>
          <p:nvPr/>
        </p:nvSpPr>
        <p:spPr>
          <a:xfrm>
            <a:off x="140589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49" name="cover-fleet-map-cell-1-15">
            <a:extLst>
              <a:ext uri="{FF2B5EF4-FFF2-40B4-BE49-F238E27FC236}">
                <a16:creationId xmlns:a16="http://schemas.microsoft.com/office/drawing/2014/main" id="{F507494B-2E31-4C63-BD32-8BC1E3DD8140}"/>
              </a:ext>
            </a:extLst>
          </p:cNvPr>
          <p:cNvSpPr>
            <a:spLocks noGrp="1"/>
          </p:cNvSpPr>
          <p:nvPr/>
        </p:nvSpPr>
        <p:spPr>
          <a:xfrm>
            <a:off x="143256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50" name="cover-fleet-map-cell-1-16">
            <a:extLst>
              <a:ext uri="{FF2B5EF4-FFF2-40B4-BE49-F238E27FC236}">
                <a16:creationId xmlns:a16="http://schemas.microsoft.com/office/drawing/2014/main" id="{E18A5804-798A-40FE-9D94-F10C6411C995}"/>
              </a:ext>
            </a:extLst>
          </p:cNvPr>
          <p:cNvSpPr>
            <a:spLocks noGrp="1"/>
          </p:cNvSpPr>
          <p:nvPr/>
        </p:nvSpPr>
        <p:spPr>
          <a:xfrm>
            <a:off x="145923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51" name="cover-fleet-map-cell-1-17">
            <a:extLst>
              <a:ext uri="{FF2B5EF4-FFF2-40B4-BE49-F238E27FC236}">
                <a16:creationId xmlns:a16="http://schemas.microsoft.com/office/drawing/2014/main" id="{4A73991E-FD16-43EF-92AE-F6BA937C1EBE}"/>
              </a:ext>
            </a:extLst>
          </p:cNvPr>
          <p:cNvSpPr>
            <a:spLocks noGrp="1"/>
          </p:cNvSpPr>
          <p:nvPr/>
        </p:nvSpPr>
        <p:spPr>
          <a:xfrm>
            <a:off x="148590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52" name="cover-fleet-map-cell-1-18">
            <a:extLst>
              <a:ext uri="{FF2B5EF4-FFF2-40B4-BE49-F238E27FC236}">
                <a16:creationId xmlns:a16="http://schemas.microsoft.com/office/drawing/2014/main" id="{AE5612A0-DF09-4E2F-BED3-49ABCD452BE4}"/>
              </a:ext>
            </a:extLst>
          </p:cNvPr>
          <p:cNvSpPr>
            <a:spLocks noGrp="1"/>
          </p:cNvSpPr>
          <p:nvPr/>
        </p:nvSpPr>
        <p:spPr>
          <a:xfrm>
            <a:off x="151257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3" name="cover-fleet-map-cell-1-19">
            <a:extLst>
              <a:ext uri="{FF2B5EF4-FFF2-40B4-BE49-F238E27FC236}">
                <a16:creationId xmlns:a16="http://schemas.microsoft.com/office/drawing/2014/main" id="{C6EA9E6D-77ED-4E90-872F-EBDAB878FC77}"/>
              </a:ext>
            </a:extLst>
          </p:cNvPr>
          <p:cNvSpPr>
            <a:spLocks noGrp="1"/>
          </p:cNvSpPr>
          <p:nvPr/>
        </p:nvSpPr>
        <p:spPr>
          <a:xfrm>
            <a:off x="153924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4" name="cover-fleet-map-cell-1-20">
            <a:extLst>
              <a:ext uri="{FF2B5EF4-FFF2-40B4-BE49-F238E27FC236}">
                <a16:creationId xmlns:a16="http://schemas.microsoft.com/office/drawing/2014/main" id="{210AF6E3-14CC-42A6-B3D4-95E90DFB5288}"/>
              </a:ext>
            </a:extLst>
          </p:cNvPr>
          <p:cNvSpPr>
            <a:spLocks noGrp="1"/>
          </p:cNvSpPr>
          <p:nvPr/>
        </p:nvSpPr>
        <p:spPr>
          <a:xfrm>
            <a:off x="156591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55" name="cover-fleet-map-cell-1-21">
            <a:extLst>
              <a:ext uri="{FF2B5EF4-FFF2-40B4-BE49-F238E27FC236}">
                <a16:creationId xmlns:a16="http://schemas.microsoft.com/office/drawing/2014/main" id="{BE7A0974-934D-45EF-AA2D-358E1D3D48CC}"/>
              </a:ext>
            </a:extLst>
          </p:cNvPr>
          <p:cNvSpPr>
            <a:spLocks noGrp="1"/>
          </p:cNvSpPr>
          <p:nvPr/>
        </p:nvSpPr>
        <p:spPr>
          <a:xfrm>
            <a:off x="15925800" y="3390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6" name="cover-fleet-map-cell-2-0">
            <a:extLst>
              <a:ext uri="{FF2B5EF4-FFF2-40B4-BE49-F238E27FC236}">
                <a16:creationId xmlns:a16="http://schemas.microsoft.com/office/drawing/2014/main" id="{455DE2A5-5814-4479-8786-DBC034E272E5}"/>
              </a:ext>
            </a:extLst>
          </p:cNvPr>
          <p:cNvSpPr>
            <a:spLocks noGrp="1"/>
          </p:cNvSpPr>
          <p:nvPr/>
        </p:nvSpPr>
        <p:spPr>
          <a:xfrm>
            <a:off x="103251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57" name="cover-fleet-map-cell-2-1">
            <a:extLst>
              <a:ext uri="{FF2B5EF4-FFF2-40B4-BE49-F238E27FC236}">
                <a16:creationId xmlns:a16="http://schemas.microsoft.com/office/drawing/2014/main" id="{7C73F7F1-3CAF-40D1-8CF8-4D37F5B80BC9}"/>
              </a:ext>
            </a:extLst>
          </p:cNvPr>
          <p:cNvSpPr>
            <a:spLocks noGrp="1"/>
          </p:cNvSpPr>
          <p:nvPr/>
        </p:nvSpPr>
        <p:spPr>
          <a:xfrm>
            <a:off x="105918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8" name="cover-fleet-map-cell-2-2">
            <a:extLst>
              <a:ext uri="{FF2B5EF4-FFF2-40B4-BE49-F238E27FC236}">
                <a16:creationId xmlns:a16="http://schemas.microsoft.com/office/drawing/2014/main" id="{574BB7A2-5354-478B-B064-5ED4144F6AC8}"/>
              </a:ext>
            </a:extLst>
          </p:cNvPr>
          <p:cNvSpPr>
            <a:spLocks noGrp="1"/>
          </p:cNvSpPr>
          <p:nvPr/>
        </p:nvSpPr>
        <p:spPr>
          <a:xfrm>
            <a:off x="108585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9" name="cover-fleet-map-cell-2-3">
            <a:extLst>
              <a:ext uri="{FF2B5EF4-FFF2-40B4-BE49-F238E27FC236}">
                <a16:creationId xmlns:a16="http://schemas.microsoft.com/office/drawing/2014/main" id="{C3EEE635-4508-46D6-9371-03DEE118EAF5}"/>
              </a:ext>
            </a:extLst>
          </p:cNvPr>
          <p:cNvSpPr>
            <a:spLocks noGrp="1"/>
          </p:cNvSpPr>
          <p:nvPr/>
        </p:nvSpPr>
        <p:spPr>
          <a:xfrm>
            <a:off x="111252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0" name="cover-fleet-map-cell-2-4">
            <a:extLst>
              <a:ext uri="{FF2B5EF4-FFF2-40B4-BE49-F238E27FC236}">
                <a16:creationId xmlns:a16="http://schemas.microsoft.com/office/drawing/2014/main" id="{0435B275-EA0F-44EA-B2B0-7177B3603219}"/>
              </a:ext>
            </a:extLst>
          </p:cNvPr>
          <p:cNvSpPr>
            <a:spLocks noGrp="1"/>
          </p:cNvSpPr>
          <p:nvPr/>
        </p:nvSpPr>
        <p:spPr>
          <a:xfrm>
            <a:off x="113919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61" name="cover-fleet-map-cell-2-5">
            <a:extLst>
              <a:ext uri="{FF2B5EF4-FFF2-40B4-BE49-F238E27FC236}">
                <a16:creationId xmlns:a16="http://schemas.microsoft.com/office/drawing/2014/main" id="{B19AF79D-F3E6-4BC2-845C-9A7034983CDE}"/>
              </a:ext>
            </a:extLst>
          </p:cNvPr>
          <p:cNvSpPr>
            <a:spLocks noGrp="1"/>
          </p:cNvSpPr>
          <p:nvPr/>
        </p:nvSpPr>
        <p:spPr>
          <a:xfrm>
            <a:off x="116586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2" name="cover-fleet-map-cell-2-6">
            <a:extLst>
              <a:ext uri="{FF2B5EF4-FFF2-40B4-BE49-F238E27FC236}">
                <a16:creationId xmlns:a16="http://schemas.microsoft.com/office/drawing/2014/main" id="{CB80814C-5DC4-471E-9D9B-223594D47FF9}"/>
              </a:ext>
            </a:extLst>
          </p:cNvPr>
          <p:cNvSpPr>
            <a:spLocks noGrp="1"/>
          </p:cNvSpPr>
          <p:nvPr/>
        </p:nvSpPr>
        <p:spPr>
          <a:xfrm>
            <a:off x="119253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3" name="cover-fleet-map-cell-2-7">
            <a:extLst>
              <a:ext uri="{FF2B5EF4-FFF2-40B4-BE49-F238E27FC236}">
                <a16:creationId xmlns:a16="http://schemas.microsoft.com/office/drawing/2014/main" id="{5E44A83E-9327-4B96-A4DD-D32CDB93840D}"/>
              </a:ext>
            </a:extLst>
          </p:cNvPr>
          <p:cNvSpPr>
            <a:spLocks noGrp="1"/>
          </p:cNvSpPr>
          <p:nvPr/>
        </p:nvSpPr>
        <p:spPr>
          <a:xfrm>
            <a:off x="121920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4" name="cover-fleet-map-cell-2-8">
            <a:extLst>
              <a:ext uri="{FF2B5EF4-FFF2-40B4-BE49-F238E27FC236}">
                <a16:creationId xmlns:a16="http://schemas.microsoft.com/office/drawing/2014/main" id="{F332AA1B-7033-4A56-AC6D-FADFEA11C74C}"/>
              </a:ext>
            </a:extLst>
          </p:cNvPr>
          <p:cNvSpPr>
            <a:spLocks noGrp="1"/>
          </p:cNvSpPr>
          <p:nvPr/>
        </p:nvSpPr>
        <p:spPr>
          <a:xfrm>
            <a:off x="124587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65" name="cover-fleet-map-cell-2-9">
            <a:extLst>
              <a:ext uri="{FF2B5EF4-FFF2-40B4-BE49-F238E27FC236}">
                <a16:creationId xmlns:a16="http://schemas.microsoft.com/office/drawing/2014/main" id="{B01BD41B-5752-4296-83D5-AC8E990E8AF0}"/>
              </a:ext>
            </a:extLst>
          </p:cNvPr>
          <p:cNvSpPr>
            <a:spLocks noGrp="1"/>
          </p:cNvSpPr>
          <p:nvPr/>
        </p:nvSpPr>
        <p:spPr>
          <a:xfrm>
            <a:off x="127254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6" name="cover-fleet-map-cell-2-10">
            <a:extLst>
              <a:ext uri="{FF2B5EF4-FFF2-40B4-BE49-F238E27FC236}">
                <a16:creationId xmlns:a16="http://schemas.microsoft.com/office/drawing/2014/main" id="{BFB5601C-2FDC-4FF1-9EBF-2834DCD488BB}"/>
              </a:ext>
            </a:extLst>
          </p:cNvPr>
          <p:cNvSpPr>
            <a:spLocks noGrp="1"/>
          </p:cNvSpPr>
          <p:nvPr/>
        </p:nvSpPr>
        <p:spPr>
          <a:xfrm>
            <a:off x="129921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7" name="cover-fleet-map-cell-2-11">
            <a:extLst>
              <a:ext uri="{FF2B5EF4-FFF2-40B4-BE49-F238E27FC236}">
                <a16:creationId xmlns:a16="http://schemas.microsoft.com/office/drawing/2014/main" id="{BB7359A1-8F39-49F4-B311-314C47A4CB68}"/>
              </a:ext>
            </a:extLst>
          </p:cNvPr>
          <p:cNvSpPr>
            <a:spLocks noGrp="1"/>
          </p:cNvSpPr>
          <p:nvPr/>
        </p:nvSpPr>
        <p:spPr>
          <a:xfrm>
            <a:off x="132588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68" name="cover-fleet-map-cell-2-12">
            <a:extLst>
              <a:ext uri="{FF2B5EF4-FFF2-40B4-BE49-F238E27FC236}">
                <a16:creationId xmlns:a16="http://schemas.microsoft.com/office/drawing/2014/main" id="{3362168A-B8B3-48B6-8EF7-EAD409414062}"/>
              </a:ext>
            </a:extLst>
          </p:cNvPr>
          <p:cNvSpPr>
            <a:spLocks noGrp="1"/>
          </p:cNvSpPr>
          <p:nvPr/>
        </p:nvSpPr>
        <p:spPr>
          <a:xfrm>
            <a:off x="135255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69" name="cover-fleet-map-cell-2-13">
            <a:extLst>
              <a:ext uri="{FF2B5EF4-FFF2-40B4-BE49-F238E27FC236}">
                <a16:creationId xmlns:a16="http://schemas.microsoft.com/office/drawing/2014/main" id="{4050B1CF-1C1D-4EB4-A470-32B6AF90AE64}"/>
              </a:ext>
            </a:extLst>
          </p:cNvPr>
          <p:cNvSpPr>
            <a:spLocks noGrp="1"/>
          </p:cNvSpPr>
          <p:nvPr/>
        </p:nvSpPr>
        <p:spPr>
          <a:xfrm>
            <a:off x="137922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0" name="cover-fleet-map-cell-2-14">
            <a:extLst>
              <a:ext uri="{FF2B5EF4-FFF2-40B4-BE49-F238E27FC236}">
                <a16:creationId xmlns:a16="http://schemas.microsoft.com/office/drawing/2014/main" id="{79A07C15-208A-4169-ADA8-4DC41B550A33}"/>
              </a:ext>
            </a:extLst>
          </p:cNvPr>
          <p:cNvSpPr>
            <a:spLocks noGrp="1"/>
          </p:cNvSpPr>
          <p:nvPr/>
        </p:nvSpPr>
        <p:spPr>
          <a:xfrm>
            <a:off x="140589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1" name="cover-fleet-map-cell-2-15">
            <a:extLst>
              <a:ext uri="{FF2B5EF4-FFF2-40B4-BE49-F238E27FC236}">
                <a16:creationId xmlns:a16="http://schemas.microsoft.com/office/drawing/2014/main" id="{57FDEA20-6ED1-4704-A54B-7ED6EA51B413}"/>
              </a:ext>
            </a:extLst>
          </p:cNvPr>
          <p:cNvSpPr>
            <a:spLocks noGrp="1"/>
          </p:cNvSpPr>
          <p:nvPr/>
        </p:nvSpPr>
        <p:spPr>
          <a:xfrm>
            <a:off x="143256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2" name="cover-fleet-map-cell-2-16">
            <a:extLst>
              <a:ext uri="{FF2B5EF4-FFF2-40B4-BE49-F238E27FC236}">
                <a16:creationId xmlns:a16="http://schemas.microsoft.com/office/drawing/2014/main" id="{98580DB4-0C9C-4454-81F3-458A6C471831}"/>
              </a:ext>
            </a:extLst>
          </p:cNvPr>
          <p:cNvSpPr>
            <a:spLocks noGrp="1"/>
          </p:cNvSpPr>
          <p:nvPr/>
        </p:nvSpPr>
        <p:spPr>
          <a:xfrm>
            <a:off x="145923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73" name="cover-fleet-map-cell-2-17">
            <a:extLst>
              <a:ext uri="{FF2B5EF4-FFF2-40B4-BE49-F238E27FC236}">
                <a16:creationId xmlns:a16="http://schemas.microsoft.com/office/drawing/2014/main" id="{76AE5048-4B4A-4E9A-B23C-4774D99DCF9B}"/>
              </a:ext>
            </a:extLst>
          </p:cNvPr>
          <p:cNvSpPr>
            <a:spLocks noGrp="1"/>
          </p:cNvSpPr>
          <p:nvPr/>
        </p:nvSpPr>
        <p:spPr>
          <a:xfrm>
            <a:off x="148590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4" name="cover-fleet-map-cell-2-18">
            <a:extLst>
              <a:ext uri="{FF2B5EF4-FFF2-40B4-BE49-F238E27FC236}">
                <a16:creationId xmlns:a16="http://schemas.microsoft.com/office/drawing/2014/main" id="{7E05C0CB-00E1-4EB9-9B35-6320F7E48F10}"/>
              </a:ext>
            </a:extLst>
          </p:cNvPr>
          <p:cNvSpPr>
            <a:spLocks noGrp="1"/>
          </p:cNvSpPr>
          <p:nvPr/>
        </p:nvSpPr>
        <p:spPr>
          <a:xfrm>
            <a:off x="151257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5" name="cover-fleet-map-cell-2-19">
            <a:extLst>
              <a:ext uri="{FF2B5EF4-FFF2-40B4-BE49-F238E27FC236}">
                <a16:creationId xmlns:a16="http://schemas.microsoft.com/office/drawing/2014/main" id="{610BFF77-7E6A-4523-A069-0AB976E48DE6}"/>
              </a:ext>
            </a:extLst>
          </p:cNvPr>
          <p:cNvSpPr>
            <a:spLocks noGrp="1"/>
          </p:cNvSpPr>
          <p:nvPr/>
        </p:nvSpPr>
        <p:spPr>
          <a:xfrm>
            <a:off x="153924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6" name="cover-fleet-map-cell-2-20">
            <a:extLst>
              <a:ext uri="{FF2B5EF4-FFF2-40B4-BE49-F238E27FC236}">
                <a16:creationId xmlns:a16="http://schemas.microsoft.com/office/drawing/2014/main" id="{D2EFEE05-BC1D-47AD-855F-B9CE035DE36F}"/>
              </a:ext>
            </a:extLst>
          </p:cNvPr>
          <p:cNvSpPr>
            <a:spLocks noGrp="1"/>
          </p:cNvSpPr>
          <p:nvPr/>
        </p:nvSpPr>
        <p:spPr>
          <a:xfrm>
            <a:off x="156591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77" name="cover-fleet-map-cell-2-21">
            <a:extLst>
              <a:ext uri="{FF2B5EF4-FFF2-40B4-BE49-F238E27FC236}">
                <a16:creationId xmlns:a16="http://schemas.microsoft.com/office/drawing/2014/main" id="{27B2E4D0-4888-453E-AC17-492D42373CF3}"/>
              </a:ext>
            </a:extLst>
          </p:cNvPr>
          <p:cNvSpPr>
            <a:spLocks noGrp="1"/>
          </p:cNvSpPr>
          <p:nvPr/>
        </p:nvSpPr>
        <p:spPr>
          <a:xfrm>
            <a:off x="15925800" y="3657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8" name="cover-fleet-map-cell-3-0">
            <a:extLst>
              <a:ext uri="{FF2B5EF4-FFF2-40B4-BE49-F238E27FC236}">
                <a16:creationId xmlns:a16="http://schemas.microsoft.com/office/drawing/2014/main" id="{C760FC55-76EF-41B0-8364-D6935D8F24E0}"/>
              </a:ext>
            </a:extLst>
          </p:cNvPr>
          <p:cNvSpPr>
            <a:spLocks noGrp="1"/>
          </p:cNvSpPr>
          <p:nvPr/>
        </p:nvSpPr>
        <p:spPr>
          <a:xfrm>
            <a:off x="103251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79" name="cover-fleet-map-cell-3-1">
            <a:extLst>
              <a:ext uri="{FF2B5EF4-FFF2-40B4-BE49-F238E27FC236}">
                <a16:creationId xmlns:a16="http://schemas.microsoft.com/office/drawing/2014/main" id="{9DD54372-1629-4CD6-B3C8-D922A4DC1B8E}"/>
              </a:ext>
            </a:extLst>
          </p:cNvPr>
          <p:cNvSpPr>
            <a:spLocks noGrp="1"/>
          </p:cNvSpPr>
          <p:nvPr/>
        </p:nvSpPr>
        <p:spPr>
          <a:xfrm>
            <a:off x="105918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80" name="cover-fleet-map-cell-3-2">
            <a:extLst>
              <a:ext uri="{FF2B5EF4-FFF2-40B4-BE49-F238E27FC236}">
                <a16:creationId xmlns:a16="http://schemas.microsoft.com/office/drawing/2014/main" id="{FDB20819-50F8-406D-B371-4E56A5E12A18}"/>
              </a:ext>
            </a:extLst>
          </p:cNvPr>
          <p:cNvSpPr>
            <a:spLocks noGrp="1"/>
          </p:cNvSpPr>
          <p:nvPr/>
        </p:nvSpPr>
        <p:spPr>
          <a:xfrm>
            <a:off x="108585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81" name="cover-fleet-map-cell-3-3">
            <a:extLst>
              <a:ext uri="{FF2B5EF4-FFF2-40B4-BE49-F238E27FC236}">
                <a16:creationId xmlns:a16="http://schemas.microsoft.com/office/drawing/2014/main" id="{6D8557F5-6D8D-4043-88CF-4576B776DD5F}"/>
              </a:ext>
            </a:extLst>
          </p:cNvPr>
          <p:cNvSpPr>
            <a:spLocks noGrp="1"/>
          </p:cNvSpPr>
          <p:nvPr/>
        </p:nvSpPr>
        <p:spPr>
          <a:xfrm>
            <a:off x="111252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82" name="cover-fleet-map-cell-3-4">
            <a:extLst>
              <a:ext uri="{FF2B5EF4-FFF2-40B4-BE49-F238E27FC236}">
                <a16:creationId xmlns:a16="http://schemas.microsoft.com/office/drawing/2014/main" id="{A0DC47D4-49F9-4DC0-977B-200A8A74283F}"/>
              </a:ext>
            </a:extLst>
          </p:cNvPr>
          <p:cNvSpPr>
            <a:spLocks noGrp="1"/>
          </p:cNvSpPr>
          <p:nvPr/>
        </p:nvSpPr>
        <p:spPr>
          <a:xfrm>
            <a:off x="113919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83" name="cover-fleet-map-cell-3-5">
            <a:extLst>
              <a:ext uri="{FF2B5EF4-FFF2-40B4-BE49-F238E27FC236}">
                <a16:creationId xmlns:a16="http://schemas.microsoft.com/office/drawing/2014/main" id="{A9CA1FB0-AFD0-4DB0-AF6B-81FF0F743B84}"/>
              </a:ext>
            </a:extLst>
          </p:cNvPr>
          <p:cNvSpPr>
            <a:spLocks noGrp="1"/>
          </p:cNvSpPr>
          <p:nvPr/>
        </p:nvSpPr>
        <p:spPr>
          <a:xfrm>
            <a:off x="116586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84" name="cover-fleet-map-cell-3-6">
            <a:extLst>
              <a:ext uri="{FF2B5EF4-FFF2-40B4-BE49-F238E27FC236}">
                <a16:creationId xmlns:a16="http://schemas.microsoft.com/office/drawing/2014/main" id="{E758747F-24DF-4FB1-B609-86E9243903D5}"/>
              </a:ext>
            </a:extLst>
          </p:cNvPr>
          <p:cNvSpPr>
            <a:spLocks noGrp="1"/>
          </p:cNvSpPr>
          <p:nvPr/>
        </p:nvSpPr>
        <p:spPr>
          <a:xfrm>
            <a:off x="119253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85" name="cover-fleet-map-cell-3-7">
            <a:extLst>
              <a:ext uri="{FF2B5EF4-FFF2-40B4-BE49-F238E27FC236}">
                <a16:creationId xmlns:a16="http://schemas.microsoft.com/office/drawing/2014/main" id="{3749FCCC-08E5-407F-8C87-646B6CB260D3}"/>
              </a:ext>
            </a:extLst>
          </p:cNvPr>
          <p:cNvSpPr>
            <a:spLocks noGrp="1"/>
          </p:cNvSpPr>
          <p:nvPr/>
        </p:nvSpPr>
        <p:spPr>
          <a:xfrm>
            <a:off x="121920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86" name="cover-fleet-map-cell-3-8">
            <a:extLst>
              <a:ext uri="{FF2B5EF4-FFF2-40B4-BE49-F238E27FC236}">
                <a16:creationId xmlns:a16="http://schemas.microsoft.com/office/drawing/2014/main" id="{65657E44-7D70-48FF-A692-4262F985C363}"/>
              </a:ext>
            </a:extLst>
          </p:cNvPr>
          <p:cNvSpPr>
            <a:spLocks noGrp="1"/>
          </p:cNvSpPr>
          <p:nvPr/>
        </p:nvSpPr>
        <p:spPr>
          <a:xfrm>
            <a:off x="124587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87" name="cover-fleet-map-cell-3-9">
            <a:extLst>
              <a:ext uri="{FF2B5EF4-FFF2-40B4-BE49-F238E27FC236}">
                <a16:creationId xmlns:a16="http://schemas.microsoft.com/office/drawing/2014/main" id="{5CEF47D6-B362-4643-8B59-24075FEA8ADD}"/>
              </a:ext>
            </a:extLst>
          </p:cNvPr>
          <p:cNvSpPr>
            <a:spLocks noGrp="1"/>
          </p:cNvSpPr>
          <p:nvPr/>
        </p:nvSpPr>
        <p:spPr>
          <a:xfrm>
            <a:off x="127254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88" name="cover-fleet-map-cell-3-10">
            <a:extLst>
              <a:ext uri="{FF2B5EF4-FFF2-40B4-BE49-F238E27FC236}">
                <a16:creationId xmlns:a16="http://schemas.microsoft.com/office/drawing/2014/main" id="{7E6ED3B4-A46C-4549-B8F7-18FDF0B55901}"/>
              </a:ext>
            </a:extLst>
          </p:cNvPr>
          <p:cNvSpPr>
            <a:spLocks noGrp="1"/>
          </p:cNvSpPr>
          <p:nvPr/>
        </p:nvSpPr>
        <p:spPr>
          <a:xfrm>
            <a:off x="129921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89" name="cover-fleet-map-cell-3-11">
            <a:extLst>
              <a:ext uri="{FF2B5EF4-FFF2-40B4-BE49-F238E27FC236}">
                <a16:creationId xmlns:a16="http://schemas.microsoft.com/office/drawing/2014/main" id="{5579AF44-7907-4227-A221-CE355E416D54}"/>
              </a:ext>
            </a:extLst>
          </p:cNvPr>
          <p:cNvSpPr>
            <a:spLocks noGrp="1"/>
          </p:cNvSpPr>
          <p:nvPr/>
        </p:nvSpPr>
        <p:spPr>
          <a:xfrm>
            <a:off x="132588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90" name="cover-fleet-map-cell-3-12">
            <a:extLst>
              <a:ext uri="{FF2B5EF4-FFF2-40B4-BE49-F238E27FC236}">
                <a16:creationId xmlns:a16="http://schemas.microsoft.com/office/drawing/2014/main" id="{E01E7E75-6C0F-4466-839E-672C17820E33}"/>
              </a:ext>
            </a:extLst>
          </p:cNvPr>
          <p:cNvSpPr>
            <a:spLocks noGrp="1"/>
          </p:cNvSpPr>
          <p:nvPr/>
        </p:nvSpPr>
        <p:spPr>
          <a:xfrm>
            <a:off x="135255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1" name="cover-fleet-map-cell-3-13">
            <a:extLst>
              <a:ext uri="{FF2B5EF4-FFF2-40B4-BE49-F238E27FC236}">
                <a16:creationId xmlns:a16="http://schemas.microsoft.com/office/drawing/2014/main" id="{91CC087A-859B-4E82-A209-AE803A8EB8ED}"/>
              </a:ext>
            </a:extLst>
          </p:cNvPr>
          <p:cNvSpPr>
            <a:spLocks noGrp="1"/>
          </p:cNvSpPr>
          <p:nvPr/>
        </p:nvSpPr>
        <p:spPr>
          <a:xfrm>
            <a:off x="137922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92" name="cover-fleet-map-cell-3-14">
            <a:extLst>
              <a:ext uri="{FF2B5EF4-FFF2-40B4-BE49-F238E27FC236}">
                <a16:creationId xmlns:a16="http://schemas.microsoft.com/office/drawing/2014/main" id="{B4753221-B4DD-44D4-975F-AE3199EC4C12}"/>
              </a:ext>
            </a:extLst>
          </p:cNvPr>
          <p:cNvSpPr>
            <a:spLocks noGrp="1"/>
          </p:cNvSpPr>
          <p:nvPr/>
        </p:nvSpPr>
        <p:spPr>
          <a:xfrm>
            <a:off x="140589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3" name="cover-fleet-map-cell-3-15">
            <a:extLst>
              <a:ext uri="{FF2B5EF4-FFF2-40B4-BE49-F238E27FC236}">
                <a16:creationId xmlns:a16="http://schemas.microsoft.com/office/drawing/2014/main" id="{1E9BCC05-9AF7-4E0C-A40D-8B96F571C5D9}"/>
              </a:ext>
            </a:extLst>
          </p:cNvPr>
          <p:cNvSpPr>
            <a:spLocks noGrp="1"/>
          </p:cNvSpPr>
          <p:nvPr/>
        </p:nvSpPr>
        <p:spPr>
          <a:xfrm>
            <a:off x="143256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94" name="cover-fleet-map-cell-3-16">
            <a:extLst>
              <a:ext uri="{FF2B5EF4-FFF2-40B4-BE49-F238E27FC236}">
                <a16:creationId xmlns:a16="http://schemas.microsoft.com/office/drawing/2014/main" id="{A259135A-6165-4EE5-9824-327093038E32}"/>
              </a:ext>
            </a:extLst>
          </p:cNvPr>
          <p:cNvSpPr>
            <a:spLocks noGrp="1"/>
          </p:cNvSpPr>
          <p:nvPr/>
        </p:nvSpPr>
        <p:spPr>
          <a:xfrm>
            <a:off x="145923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5" name="cover-fleet-map-cell-3-17">
            <a:extLst>
              <a:ext uri="{FF2B5EF4-FFF2-40B4-BE49-F238E27FC236}">
                <a16:creationId xmlns:a16="http://schemas.microsoft.com/office/drawing/2014/main" id="{907E2865-B3FE-474A-8F0D-4B53876FF605}"/>
              </a:ext>
            </a:extLst>
          </p:cNvPr>
          <p:cNvSpPr>
            <a:spLocks noGrp="1"/>
          </p:cNvSpPr>
          <p:nvPr/>
        </p:nvSpPr>
        <p:spPr>
          <a:xfrm>
            <a:off x="148590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96" name="cover-fleet-map-cell-3-18">
            <a:extLst>
              <a:ext uri="{FF2B5EF4-FFF2-40B4-BE49-F238E27FC236}">
                <a16:creationId xmlns:a16="http://schemas.microsoft.com/office/drawing/2014/main" id="{6BB32693-8A55-4866-A658-187D5960E4E2}"/>
              </a:ext>
            </a:extLst>
          </p:cNvPr>
          <p:cNvSpPr>
            <a:spLocks noGrp="1"/>
          </p:cNvSpPr>
          <p:nvPr/>
        </p:nvSpPr>
        <p:spPr>
          <a:xfrm>
            <a:off x="151257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7" name="cover-fleet-map-cell-3-19">
            <a:extLst>
              <a:ext uri="{FF2B5EF4-FFF2-40B4-BE49-F238E27FC236}">
                <a16:creationId xmlns:a16="http://schemas.microsoft.com/office/drawing/2014/main" id="{1A528562-F028-41D6-B940-9956AF006C51}"/>
              </a:ext>
            </a:extLst>
          </p:cNvPr>
          <p:cNvSpPr>
            <a:spLocks noGrp="1"/>
          </p:cNvSpPr>
          <p:nvPr/>
        </p:nvSpPr>
        <p:spPr>
          <a:xfrm>
            <a:off x="153924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98" name="cover-fleet-map-cell-3-20">
            <a:extLst>
              <a:ext uri="{FF2B5EF4-FFF2-40B4-BE49-F238E27FC236}">
                <a16:creationId xmlns:a16="http://schemas.microsoft.com/office/drawing/2014/main" id="{0ADFD986-85E3-4EC5-8BE0-8CE42182C816}"/>
              </a:ext>
            </a:extLst>
          </p:cNvPr>
          <p:cNvSpPr>
            <a:spLocks noGrp="1"/>
          </p:cNvSpPr>
          <p:nvPr/>
        </p:nvSpPr>
        <p:spPr>
          <a:xfrm>
            <a:off x="156591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9" name="cover-fleet-map-cell-3-21">
            <a:extLst>
              <a:ext uri="{FF2B5EF4-FFF2-40B4-BE49-F238E27FC236}">
                <a16:creationId xmlns:a16="http://schemas.microsoft.com/office/drawing/2014/main" id="{EBB154A6-3279-4F78-8490-B5FE79F1BFE1}"/>
              </a:ext>
            </a:extLst>
          </p:cNvPr>
          <p:cNvSpPr>
            <a:spLocks noGrp="1"/>
          </p:cNvSpPr>
          <p:nvPr/>
        </p:nvSpPr>
        <p:spPr>
          <a:xfrm>
            <a:off x="15925800" y="39243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00" name="cover-fleet-map-cell-4-0">
            <a:extLst>
              <a:ext uri="{FF2B5EF4-FFF2-40B4-BE49-F238E27FC236}">
                <a16:creationId xmlns:a16="http://schemas.microsoft.com/office/drawing/2014/main" id="{DC6CC9B4-5567-4434-A344-DF461BC24387}"/>
              </a:ext>
            </a:extLst>
          </p:cNvPr>
          <p:cNvSpPr>
            <a:spLocks noGrp="1"/>
          </p:cNvSpPr>
          <p:nvPr/>
        </p:nvSpPr>
        <p:spPr>
          <a:xfrm>
            <a:off x="103251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01" name="cover-fleet-map-cell-4-1">
            <a:extLst>
              <a:ext uri="{FF2B5EF4-FFF2-40B4-BE49-F238E27FC236}">
                <a16:creationId xmlns:a16="http://schemas.microsoft.com/office/drawing/2014/main" id="{32DCFB92-5A15-4FEC-95AF-16262E389602}"/>
              </a:ext>
            </a:extLst>
          </p:cNvPr>
          <p:cNvSpPr>
            <a:spLocks noGrp="1"/>
          </p:cNvSpPr>
          <p:nvPr/>
        </p:nvSpPr>
        <p:spPr>
          <a:xfrm>
            <a:off x="105918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02" name="cover-fleet-map-cell-4-2">
            <a:extLst>
              <a:ext uri="{FF2B5EF4-FFF2-40B4-BE49-F238E27FC236}">
                <a16:creationId xmlns:a16="http://schemas.microsoft.com/office/drawing/2014/main" id="{DBD0A1D9-F2A8-4088-8482-DFF19321949A}"/>
              </a:ext>
            </a:extLst>
          </p:cNvPr>
          <p:cNvSpPr>
            <a:spLocks noGrp="1"/>
          </p:cNvSpPr>
          <p:nvPr/>
        </p:nvSpPr>
        <p:spPr>
          <a:xfrm>
            <a:off x="108585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03" name="cover-fleet-map-cell-4-3">
            <a:extLst>
              <a:ext uri="{FF2B5EF4-FFF2-40B4-BE49-F238E27FC236}">
                <a16:creationId xmlns:a16="http://schemas.microsoft.com/office/drawing/2014/main" id="{4313F732-E72D-4725-8ECB-C3B6D5099AB1}"/>
              </a:ext>
            </a:extLst>
          </p:cNvPr>
          <p:cNvSpPr>
            <a:spLocks noGrp="1"/>
          </p:cNvSpPr>
          <p:nvPr/>
        </p:nvSpPr>
        <p:spPr>
          <a:xfrm>
            <a:off x="111252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04" name="cover-fleet-map-cell-4-4">
            <a:extLst>
              <a:ext uri="{FF2B5EF4-FFF2-40B4-BE49-F238E27FC236}">
                <a16:creationId xmlns:a16="http://schemas.microsoft.com/office/drawing/2014/main" id="{AC52E667-0554-466B-8231-56091C814BD6}"/>
              </a:ext>
            </a:extLst>
          </p:cNvPr>
          <p:cNvSpPr>
            <a:spLocks noGrp="1"/>
          </p:cNvSpPr>
          <p:nvPr/>
        </p:nvSpPr>
        <p:spPr>
          <a:xfrm>
            <a:off x="113919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05" name="cover-fleet-map-cell-4-5">
            <a:extLst>
              <a:ext uri="{FF2B5EF4-FFF2-40B4-BE49-F238E27FC236}">
                <a16:creationId xmlns:a16="http://schemas.microsoft.com/office/drawing/2014/main" id="{DBFBAF8F-7356-4546-9AE0-CBA9074D48DB}"/>
              </a:ext>
            </a:extLst>
          </p:cNvPr>
          <p:cNvSpPr>
            <a:spLocks noGrp="1"/>
          </p:cNvSpPr>
          <p:nvPr/>
        </p:nvSpPr>
        <p:spPr>
          <a:xfrm>
            <a:off x="116586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06" name="cover-fleet-map-cell-4-6">
            <a:extLst>
              <a:ext uri="{FF2B5EF4-FFF2-40B4-BE49-F238E27FC236}">
                <a16:creationId xmlns:a16="http://schemas.microsoft.com/office/drawing/2014/main" id="{F7383E98-1579-4BF3-9C50-C603AF9BDAA8}"/>
              </a:ext>
            </a:extLst>
          </p:cNvPr>
          <p:cNvSpPr>
            <a:spLocks noGrp="1"/>
          </p:cNvSpPr>
          <p:nvPr/>
        </p:nvSpPr>
        <p:spPr>
          <a:xfrm>
            <a:off x="119253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07" name="cover-fleet-map-cell-4-7">
            <a:extLst>
              <a:ext uri="{FF2B5EF4-FFF2-40B4-BE49-F238E27FC236}">
                <a16:creationId xmlns:a16="http://schemas.microsoft.com/office/drawing/2014/main" id="{308F05A0-0DE0-4048-9F8C-7AE9B289AEFD}"/>
              </a:ext>
            </a:extLst>
          </p:cNvPr>
          <p:cNvSpPr>
            <a:spLocks noGrp="1"/>
          </p:cNvSpPr>
          <p:nvPr/>
        </p:nvSpPr>
        <p:spPr>
          <a:xfrm>
            <a:off x="121920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08" name="cover-fleet-map-cell-4-8">
            <a:extLst>
              <a:ext uri="{FF2B5EF4-FFF2-40B4-BE49-F238E27FC236}">
                <a16:creationId xmlns:a16="http://schemas.microsoft.com/office/drawing/2014/main" id="{EE6951F6-8181-4481-931E-C90D2CD634C5}"/>
              </a:ext>
            </a:extLst>
          </p:cNvPr>
          <p:cNvSpPr>
            <a:spLocks noGrp="1"/>
          </p:cNvSpPr>
          <p:nvPr/>
        </p:nvSpPr>
        <p:spPr>
          <a:xfrm>
            <a:off x="124587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09" name="cover-fleet-map-cell-4-9">
            <a:extLst>
              <a:ext uri="{FF2B5EF4-FFF2-40B4-BE49-F238E27FC236}">
                <a16:creationId xmlns:a16="http://schemas.microsoft.com/office/drawing/2014/main" id="{A9E4D217-9545-4D99-98EE-75379993EA5E}"/>
              </a:ext>
            </a:extLst>
          </p:cNvPr>
          <p:cNvSpPr>
            <a:spLocks noGrp="1"/>
          </p:cNvSpPr>
          <p:nvPr/>
        </p:nvSpPr>
        <p:spPr>
          <a:xfrm>
            <a:off x="127254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10" name="cover-fleet-map-cell-4-10">
            <a:extLst>
              <a:ext uri="{FF2B5EF4-FFF2-40B4-BE49-F238E27FC236}">
                <a16:creationId xmlns:a16="http://schemas.microsoft.com/office/drawing/2014/main" id="{76A74641-49FE-49F8-B800-64E1CD88C46B}"/>
              </a:ext>
            </a:extLst>
          </p:cNvPr>
          <p:cNvSpPr>
            <a:spLocks noGrp="1"/>
          </p:cNvSpPr>
          <p:nvPr/>
        </p:nvSpPr>
        <p:spPr>
          <a:xfrm>
            <a:off x="129921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11" name="cover-fleet-map-cell-4-11">
            <a:extLst>
              <a:ext uri="{FF2B5EF4-FFF2-40B4-BE49-F238E27FC236}">
                <a16:creationId xmlns:a16="http://schemas.microsoft.com/office/drawing/2014/main" id="{76A2A386-E883-4601-89E4-1BB26888668E}"/>
              </a:ext>
            </a:extLst>
          </p:cNvPr>
          <p:cNvSpPr>
            <a:spLocks noGrp="1"/>
          </p:cNvSpPr>
          <p:nvPr/>
        </p:nvSpPr>
        <p:spPr>
          <a:xfrm>
            <a:off x="132588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12" name="cover-fleet-map-cell-4-12">
            <a:extLst>
              <a:ext uri="{FF2B5EF4-FFF2-40B4-BE49-F238E27FC236}">
                <a16:creationId xmlns:a16="http://schemas.microsoft.com/office/drawing/2014/main" id="{9783C8FA-E07F-4A22-8BE8-6FE332DC554C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13" name="cover-fleet-map-cell-4-13">
            <a:extLst>
              <a:ext uri="{FF2B5EF4-FFF2-40B4-BE49-F238E27FC236}">
                <a16:creationId xmlns:a16="http://schemas.microsoft.com/office/drawing/2014/main" id="{ADD0BCBB-D33A-4031-9F0D-440099A5CEF3}"/>
              </a:ext>
            </a:extLst>
          </p:cNvPr>
          <p:cNvSpPr>
            <a:spLocks noGrp="1"/>
          </p:cNvSpPr>
          <p:nvPr/>
        </p:nvSpPr>
        <p:spPr>
          <a:xfrm>
            <a:off x="137922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14" name="cover-fleet-map-cell-4-14">
            <a:extLst>
              <a:ext uri="{FF2B5EF4-FFF2-40B4-BE49-F238E27FC236}">
                <a16:creationId xmlns:a16="http://schemas.microsoft.com/office/drawing/2014/main" id="{0279B990-3C99-4D78-A2A4-BDDCF849B365}"/>
              </a:ext>
            </a:extLst>
          </p:cNvPr>
          <p:cNvSpPr>
            <a:spLocks noGrp="1"/>
          </p:cNvSpPr>
          <p:nvPr/>
        </p:nvSpPr>
        <p:spPr>
          <a:xfrm>
            <a:off x="140589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15" name="cover-fleet-map-cell-4-15">
            <a:extLst>
              <a:ext uri="{FF2B5EF4-FFF2-40B4-BE49-F238E27FC236}">
                <a16:creationId xmlns:a16="http://schemas.microsoft.com/office/drawing/2014/main" id="{7CEE9CF3-B252-4588-8191-0E1611968B6F}"/>
              </a:ext>
            </a:extLst>
          </p:cNvPr>
          <p:cNvSpPr>
            <a:spLocks noGrp="1"/>
          </p:cNvSpPr>
          <p:nvPr/>
        </p:nvSpPr>
        <p:spPr>
          <a:xfrm>
            <a:off x="143256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16" name="cover-fleet-map-cell-4-16">
            <a:extLst>
              <a:ext uri="{FF2B5EF4-FFF2-40B4-BE49-F238E27FC236}">
                <a16:creationId xmlns:a16="http://schemas.microsoft.com/office/drawing/2014/main" id="{AD0CEF85-5E54-4E9E-B978-28BD3D56AB4E}"/>
              </a:ext>
            </a:extLst>
          </p:cNvPr>
          <p:cNvSpPr>
            <a:spLocks noGrp="1"/>
          </p:cNvSpPr>
          <p:nvPr/>
        </p:nvSpPr>
        <p:spPr>
          <a:xfrm>
            <a:off x="145923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17" name="cover-fleet-map-cell-4-17">
            <a:extLst>
              <a:ext uri="{FF2B5EF4-FFF2-40B4-BE49-F238E27FC236}">
                <a16:creationId xmlns:a16="http://schemas.microsoft.com/office/drawing/2014/main" id="{08A3D027-E6AA-4BA4-8915-694B59210FE9}"/>
              </a:ext>
            </a:extLst>
          </p:cNvPr>
          <p:cNvSpPr>
            <a:spLocks noGrp="1"/>
          </p:cNvSpPr>
          <p:nvPr/>
        </p:nvSpPr>
        <p:spPr>
          <a:xfrm>
            <a:off x="148590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18" name="cover-fleet-map-cell-4-18">
            <a:extLst>
              <a:ext uri="{FF2B5EF4-FFF2-40B4-BE49-F238E27FC236}">
                <a16:creationId xmlns:a16="http://schemas.microsoft.com/office/drawing/2014/main" id="{81D9E08F-9659-4D2A-BFC8-23724DD5D09B}"/>
              </a:ext>
            </a:extLst>
          </p:cNvPr>
          <p:cNvSpPr>
            <a:spLocks noGrp="1"/>
          </p:cNvSpPr>
          <p:nvPr/>
        </p:nvSpPr>
        <p:spPr>
          <a:xfrm>
            <a:off x="151257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19" name="cover-fleet-map-cell-4-19">
            <a:extLst>
              <a:ext uri="{FF2B5EF4-FFF2-40B4-BE49-F238E27FC236}">
                <a16:creationId xmlns:a16="http://schemas.microsoft.com/office/drawing/2014/main" id="{83F3E464-76F2-4AF1-8834-247E1BDACF83}"/>
              </a:ext>
            </a:extLst>
          </p:cNvPr>
          <p:cNvSpPr>
            <a:spLocks noGrp="1"/>
          </p:cNvSpPr>
          <p:nvPr/>
        </p:nvSpPr>
        <p:spPr>
          <a:xfrm>
            <a:off x="153924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20" name="cover-fleet-map-cell-4-20">
            <a:extLst>
              <a:ext uri="{FF2B5EF4-FFF2-40B4-BE49-F238E27FC236}">
                <a16:creationId xmlns:a16="http://schemas.microsoft.com/office/drawing/2014/main" id="{24A4C681-0AF8-4F51-BD9A-99C9E047DF5C}"/>
              </a:ext>
            </a:extLst>
          </p:cNvPr>
          <p:cNvSpPr>
            <a:spLocks noGrp="1"/>
          </p:cNvSpPr>
          <p:nvPr/>
        </p:nvSpPr>
        <p:spPr>
          <a:xfrm>
            <a:off x="156591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21" name="cover-fleet-map-cell-4-21">
            <a:extLst>
              <a:ext uri="{FF2B5EF4-FFF2-40B4-BE49-F238E27FC236}">
                <a16:creationId xmlns:a16="http://schemas.microsoft.com/office/drawing/2014/main" id="{1867250C-C45D-48CD-8D6B-8D8347215BFA}"/>
              </a:ext>
            </a:extLst>
          </p:cNvPr>
          <p:cNvSpPr>
            <a:spLocks noGrp="1"/>
          </p:cNvSpPr>
          <p:nvPr/>
        </p:nvSpPr>
        <p:spPr>
          <a:xfrm>
            <a:off x="15925800" y="41910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22" name="cover-fleet-map-cell-5-0">
            <a:extLst>
              <a:ext uri="{FF2B5EF4-FFF2-40B4-BE49-F238E27FC236}">
                <a16:creationId xmlns:a16="http://schemas.microsoft.com/office/drawing/2014/main" id="{7E027113-B819-4A6D-8988-62DDD2CB0B1A}"/>
              </a:ext>
            </a:extLst>
          </p:cNvPr>
          <p:cNvSpPr>
            <a:spLocks noGrp="1"/>
          </p:cNvSpPr>
          <p:nvPr/>
        </p:nvSpPr>
        <p:spPr>
          <a:xfrm>
            <a:off x="103251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23" name="cover-fleet-map-cell-5-1">
            <a:extLst>
              <a:ext uri="{FF2B5EF4-FFF2-40B4-BE49-F238E27FC236}">
                <a16:creationId xmlns:a16="http://schemas.microsoft.com/office/drawing/2014/main" id="{C6A97C58-62C2-49BB-A230-AA7F3A15A61E}"/>
              </a:ext>
            </a:extLst>
          </p:cNvPr>
          <p:cNvSpPr>
            <a:spLocks noGrp="1"/>
          </p:cNvSpPr>
          <p:nvPr/>
        </p:nvSpPr>
        <p:spPr>
          <a:xfrm>
            <a:off x="105918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24" name="cover-fleet-map-cell-5-2">
            <a:extLst>
              <a:ext uri="{FF2B5EF4-FFF2-40B4-BE49-F238E27FC236}">
                <a16:creationId xmlns:a16="http://schemas.microsoft.com/office/drawing/2014/main" id="{6AA08AAF-BF8B-4B3D-AB44-453713CD182F}"/>
              </a:ext>
            </a:extLst>
          </p:cNvPr>
          <p:cNvSpPr>
            <a:spLocks noGrp="1"/>
          </p:cNvSpPr>
          <p:nvPr/>
        </p:nvSpPr>
        <p:spPr>
          <a:xfrm>
            <a:off x="108585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25" name="cover-fleet-map-cell-5-3">
            <a:extLst>
              <a:ext uri="{FF2B5EF4-FFF2-40B4-BE49-F238E27FC236}">
                <a16:creationId xmlns:a16="http://schemas.microsoft.com/office/drawing/2014/main" id="{5F2E4689-F080-434F-BF89-AEAC6C78D243}"/>
              </a:ext>
            </a:extLst>
          </p:cNvPr>
          <p:cNvSpPr>
            <a:spLocks noGrp="1"/>
          </p:cNvSpPr>
          <p:nvPr/>
        </p:nvSpPr>
        <p:spPr>
          <a:xfrm>
            <a:off x="111252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26" name="cover-fleet-map-cell-5-4">
            <a:extLst>
              <a:ext uri="{FF2B5EF4-FFF2-40B4-BE49-F238E27FC236}">
                <a16:creationId xmlns:a16="http://schemas.microsoft.com/office/drawing/2014/main" id="{1D657B6C-7D2D-4D45-9846-16A297E86A5C}"/>
              </a:ext>
            </a:extLst>
          </p:cNvPr>
          <p:cNvSpPr>
            <a:spLocks noGrp="1"/>
          </p:cNvSpPr>
          <p:nvPr/>
        </p:nvSpPr>
        <p:spPr>
          <a:xfrm>
            <a:off x="113919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27" name="cover-fleet-map-cell-5-5">
            <a:extLst>
              <a:ext uri="{FF2B5EF4-FFF2-40B4-BE49-F238E27FC236}">
                <a16:creationId xmlns:a16="http://schemas.microsoft.com/office/drawing/2014/main" id="{6A37CEDC-C794-4610-B45E-D0BAE31048C5}"/>
              </a:ext>
            </a:extLst>
          </p:cNvPr>
          <p:cNvSpPr>
            <a:spLocks noGrp="1"/>
          </p:cNvSpPr>
          <p:nvPr/>
        </p:nvSpPr>
        <p:spPr>
          <a:xfrm>
            <a:off x="116586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28" name="cover-fleet-map-cell-5-6">
            <a:extLst>
              <a:ext uri="{FF2B5EF4-FFF2-40B4-BE49-F238E27FC236}">
                <a16:creationId xmlns:a16="http://schemas.microsoft.com/office/drawing/2014/main" id="{951733DF-E61A-43D0-AA07-1D4ECD424867}"/>
              </a:ext>
            </a:extLst>
          </p:cNvPr>
          <p:cNvSpPr>
            <a:spLocks noGrp="1"/>
          </p:cNvSpPr>
          <p:nvPr/>
        </p:nvSpPr>
        <p:spPr>
          <a:xfrm>
            <a:off x="119253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29" name="cover-fleet-map-cell-5-7">
            <a:extLst>
              <a:ext uri="{FF2B5EF4-FFF2-40B4-BE49-F238E27FC236}">
                <a16:creationId xmlns:a16="http://schemas.microsoft.com/office/drawing/2014/main" id="{BD2227A2-4683-4042-B93E-96562ADC1690}"/>
              </a:ext>
            </a:extLst>
          </p:cNvPr>
          <p:cNvSpPr>
            <a:spLocks noGrp="1"/>
          </p:cNvSpPr>
          <p:nvPr/>
        </p:nvSpPr>
        <p:spPr>
          <a:xfrm>
            <a:off x="121920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0" name="cover-fleet-map-cell-5-8">
            <a:extLst>
              <a:ext uri="{FF2B5EF4-FFF2-40B4-BE49-F238E27FC236}">
                <a16:creationId xmlns:a16="http://schemas.microsoft.com/office/drawing/2014/main" id="{A6AA43D3-F001-4090-A0CD-B290A0A80498}"/>
              </a:ext>
            </a:extLst>
          </p:cNvPr>
          <p:cNvSpPr>
            <a:spLocks noGrp="1"/>
          </p:cNvSpPr>
          <p:nvPr/>
        </p:nvSpPr>
        <p:spPr>
          <a:xfrm>
            <a:off x="124587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31" name="cover-fleet-map-cell-5-9">
            <a:extLst>
              <a:ext uri="{FF2B5EF4-FFF2-40B4-BE49-F238E27FC236}">
                <a16:creationId xmlns:a16="http://schemas.microsoft.com/office/drawing/2014/main" id="{13D90A81-AAB2-4F98-901E-606176F6B273}"/>
              </a:ext>
            </a:extLst>
          </p:cNvPr>
          <p:cNvSpPr>
            <a:spLocks noGrp="1"/>
          </p:cNvSpPr>
          <p:nvPr/>
        </p:nvSpPr>
        <p:spPr>
          <a:xfrm>
            <a:off x="127254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2" name="cover-fleet-map-cell-5-10">
            <a:extLst>
              <a:ext uri="{FF2B5EF4-FFF2-40B4-BE49-F238E27FC236}">
                <a16:creationId xmlns:a16="http://schemas.microsoft.com/office/drawing/2014/main" id="{AC303234-47D7-4204-8C9C-F3D2E4FBC2E0}"/>
              </a:ext>
            </a:extLst>
          </p:cNvPr>
          <p:cNvSpPr>
            <a:spLocks noGrp="1"/>
          </p:cNvSpPr>
          <p:nvPr/>
        </p:nvSpPr>
        <p:spPr>
          <a:xfrm>
            <a:off x="129921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33" name="cover-fleet-map-cell-5-11">
            <a:extLst>
              <a:ext uri="{FF2B5EF4-FFF2-40B4-BE49-F238E27FC236}">
                <a16:creationId xmlns:a16="http://schemas.microsoft.com/office/drawing/2014/main" id="{E3F955D3-2A82-4243-B7C2-82524F7FC3D3}"/>
              </a:ext>
            </a:extLst>
          </p:cNvPr>
          <p:cNvSpPr>
            <a:spLocks noGrp="1"/>
          </p:cNvSpPr>
          <p:nvPr/>
        </p:nvSpPr>
        <p:spPr>
          <a:xfrm>
            <a:off x="132588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4" name="cover-fleet-map-cell-5-12">
            <a:extLst>
              <a:ext uri="{FF2B5EF4-FFF2-40B4-BE49-F238E27FC236}">
                <a16:creationId xmlns:a16="http://schemas.microsoft.com/office/drawing/2014/main" id="{3201C7BB-4E4F-4432-B38B-D5A5728000C7}"/>
              </a:ext>
            </a:extLst>
          </p:cNvPr>
          <p:cNvSpPr>
            <a:spLocks noGrp="1"/>
          </p:cNvSpPr>
          <p:nvPr/>
        </p:nvSpPr>
        <p:spPr>
          <a:xfrm>
            <a:off x="135255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35" name="cover-fleet-map-cell-5-13">
            <a:extLst>
              <a:ext uri="{FF2B5EF4-FFF2-40B4-BE49-F238E27FC236}">
                <a16:creationId xmlns:a16="http://schemas.microsoft.com/office/drawing/2014/main" id="{B30862DD-D84D-44B0-BF48-5F8275C60C8A}"/>
              </a:ext>
            </a:extLst>
          </p:cNvPr>
          <p:cNvSpPr>
            <a:spLocks noGrp="1"/>
          </p:cNvSpPr>
          <p:nvPr/>
        </p:nvSpPr>
        <p:spPr>
          <a:xfrm>
            <a:off x="137922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6" name="cover-fleet-map-cell-5-14">
            <a:extLst>
              <a:ext uri="{FF2B5EF4-FFF2-40B4-BE49-F238E27FC236}">
                <a16:creationId xmlns:a16="http://schemas.microsoft.com/office/drawing/2014/main" id="{50219A70-EF35-49B6-9577-C961DDA1D2F9}"/>
              </a:ext>
            </a:extLst>
          </p:cNvPr>
          <p:cNvSpPr>
            <a:spLocks noGrp="1"/>
          </p:cNvSpPr>
          <p:nvPr/>
        </p:nvSpPr>
        <p:spPr>
          <a:xfrm>
            <a:off x="140589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37" name="cover-fleet-map-cell-5-15">
            <a:extLst>
              <a:ext uri="{FF2B5EF4-FFF2-40B4-BE49-F238E27FC236}">
                <a16:creationId xmlns:a16="http://schemas.microsoft.com/office/drawing/2014/main" id="{77AE5603-E210-40CC-8CA1-E8A806BB5EE5}"/>
              </a:ext>
            </a:extLst>
          </p:cNvPr>
          <p:cNvSpPr>
            <a:spLocks noGrp="1"/>
          </p:cNvSpPr>
          <p:nvPr/>
        </p:nvSpPr>
        <p:spPr>
          <a:xfrm>
            <a:off x="143256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8" name="cover-fleet-map-cell-5-16">
            <a:extLst>
              <a:ext uri="{FF2B5EF4-FFF2-40B4-BE49-F238E27FC236}">
                <a16:creationId xmlns:a16="http://schemas.microsoft.com/office/drawing/2014/main" id="{0C4E50C2-AA89-44A1-AABB-CB8D58A7C9B3}"/>
              </a:ext>
            </a:extLst>
          </p:cNvPr>
          <p:cNvSpPr>
            <a:spLocks noGrp="1"/>
          </p:cNvSpPr>
          <p:nvPr/>
        </p:nvSpPr>
        <p:spPr>
          <a:xfrm>
            <a:off x="145923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39" name="cover-fleet-map-cell-5-17">
            <a:extLst>
              <a:ext uri="{FF2B5EF4-FFF2-40B4-BE49-F238E27FC236}">
                <a16:creationId xmlns:a16="http://schemas.microsoft.com/office/drawing/2014/main" id="{08DE5586-E554-478D-AF09-925E9714028D}"/>
              </a:ext>
            </a:extLst>
          </p:cNvPr>
          <p:cNvSpPr>
            <a:spLocks noGrp="1"/>
          </p:cNvSpPr>
          <p:nvPr/>
        </p:nvSpPr>
        <p:spPr>
          <a:xfrm>
            <a:off x="148590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0" name="cover-fleet-map-cell-5-18">
            <a:extLst>
              <a:ext uri="{FF2B5EF4-FFF2-40B4-BE49-F238E27FC236}">
                <a16:creationId xmlns:a16="http://schemas.microsoft.com/office/drawing/2014/main" id="{64769D63-6439-4299-AEA8-2E435E4B424F}"/>
              </a:ext>
            </a:extLst>
          </p:cNvPr>
          <p:cNvSpPr>
            <a:spLocks noGrp="1"/>
          </p:cNvSpPr>
          <p:nvPr/>
        </p:nvSpPr>
        <p:spPr>
          <a:xfrm>
            <a:off x="151257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41" name="cover-fleet-map-cell-5-19">
            <a:extLst>
              <a:ext uri="{FF2B5EF4-FFF2-40B4-BE49-F238E27FC236}">
                <a16:creationId xmlns:a16="http://schemas.microsoft.com/office/drawing/2014/main" id="{B6EA784B-7CA9-4835-B807-A88454936307}"/>
              </a:ext>
            </a:extLst>
          </p:cNvPr>
          <p:cNvSpPr>
            <a:spLocks noGrp="1"/>
          </p:cNvSpPr>
          <p:nvPr/>
        </p:nvSpPr>
        <p:spPr>
          <a:xfrm>
            <a:off x="153924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2" name="cover-fleet-map-cell-5-20">
            <a:extLst>
              <a:ext uri="{FF2B5EF4-FFF2-40B4-BE49-F238E27FC236}">
                <a16:creationId xmlns:a16="http://schemas.microsoft.com/office/drawing/2014/main" id="{3209F0B2-E52D-40A2-8133-F449C6851237}"/>
              </a:ext>
            </a:extLst>
          </p:cNvPr>
          <p:cNvSpPr>
            <a:spLocks noGrp="1"/>
          </p:cNvSpPr>
          <p:nvPr/>
        </p:nvSpPr>
        <p:spPr>
          <a:xfrm>
            <a:off x="156591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43" name="cover-fleet-map-cell-5-21">
            <a:extLst>
              <a:ext uri="{FF2B5EF4-FFF2-40B4-BE49-F238E27FC236}">
                <a16:creationId xmlns:a16="http://schemas.microsoft.com/office/drawing/2014/main" id="{A82C76F9-BFB4-42F0-A0C4-6735C6D66DF1}"/>
              </a:ext>
            </a:extLst>
          </p:cNvPr>
          <p:cNvSpPr>
            <a:spLocks noGrp="1"/>
          </p:cNvSpPr>
          <p:nvPr/>
        </p:nvSpPr>
        <p:spPr>
          <a:xfrm>
            <a:off x="15925800" y="44577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4" name="cover-fleet-map-cell-6-0">
            <a:extLst>
              <a:ext uri="{FF2B5EF4-FFF2-40B4-BE49-F238E27FC236}">
                <a16:creationId xmlns:a16="http://schemas.microsoft.com/office/drawing/2014/main" id="{7A0FAEB2-F822-423F-8886-EEC86AF495B4}"/>
              </a:ext>
            </a:extLst>
          </p:cNvPr>
          <p:cNvSpPr>
            <a:spLocks noGrp="1"/>
          </p:cNvSpPr>
          <p:nvPr/>
        </p:nvSpPr>
        <p:spPr>
          <a:xfrm>
            <a:off x="103251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5" name="cover-fleet-map-cell-6-1">
            <a:extLst>
              <a:ext uri="{FF2B5EF4-FFF2-40B4-BE49-F238E27FC236}">
                <a16:creationId xmlns:a16="http://schemas.microsoft.com/office/drawing/2014/main" id="{7F8CC27A-A8CF-4A6F-9B4E-F88D16D97E02}"/>
              </a:ext>
            </a:extLst>
          </p:cNvPr>
          <p:cNvSpPr>
            <a:spLocks noGrp="1"/>
          </p:cNvSpPr>
          <p:nvPr/>
        </p:nvSpPr>
        <p:spPr>
          <a:xfrm>
            <a:off x="105918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6" name="cover-fleet-map-cell-6-2">
            <a:extLst>
              <a:ext uri="{FF2B5EF4-FFF2-40B4-BE49-F238E27FC236}">
                <a16:creationId xmlns:a16="http://schemas.microsoft.com/office/drawing/2014/main" id="{D0DDE2D7-8AB9-49DF-9AE6-874F8CDB5142}"/>
              </a:ext>
            </a:extLst>
          </p:cNvPr>
          <p:cNvSpPr>
            <a:spLocks noGrp="1"/>
          </p:cNvSpPr>
          <p:nvPr/>
        </p:nvSpPr>
        <p:spPr>
          <a:xfrm>
            <a:off x="108585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7" name="cover-fleet-map-cell-6-3">
            <a:extLst>
              <a:ext uri="{FF2B5EF4-FFF2-40B4-BE49-F238E27FC236}">
                <a16:creationId xmlns:a16="http://schemas.microsoft.com/office/drawing/2014/main" id="{96933A16-EF9D-4306-9A60-8B25A3ADA0F8}"/>
              </a:ext>
            </a:extLst>
          </p:cNvPr>
          <p:cNvSpPr>
            <a:spLocks noGrp="1"/>
          </p:cNvSpPr>
          <p:nvPr/>
        </p:nvSpPr>
        <p:spPr>
          <a:xfrm>
            <a:off x="111252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48" name="cover-fleet-map-cell-6-4">
            <a:extLst>
              <a:ext uri="{FF2B5EF4-FFF2-40B4-BE49-F238E27FC236}">
                <a16:creationId xmlns:a16="http://schemas.microsoft.com/office/drawing/2014/main" id="{2D6DFEEB-3000-42F6-BE16-A313CBF75E6B}"/>
              </a:ext>
            </a:extLst>
          </p:cNvPr>
          <p:cNvSpPr>
            <a:spLocks noGrp="1"/>
          </p:cNvSpPr>
          <p:nvPr/>
        </p:nvSpPr>
        <p:spPr>
          <a:xfrm>
            <a:off x="113919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49" name="cover-fleet-map-cell-6-5">
            <a:extLst>
              <a:ext uri="{FF2B5EF4-FFF2-40B4-BE49-F238E27FC236}">
                <a16:creationId xmlns:a16="http://schemas.microsoft.com/office/drawing/2014/main" id="{8E2C110A-3844-4F18-A732-395B567CA15F}"/>
              </a:ext>
            </a:extLst>
          </p:cNvPr>
          <p:cNvSpPr>
            <a:spLocks noGrp="1"/>
          </p:cNvSpPr>
          <p:nvPr/>
        </p:nvSpPr>
        <p:spPr>
          <a:xfrm>
            <a:off x="116586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0" name="cover-fleet-map-cell-6-6">
            <a:extLst>
              <a:ext uri="{FF2B5EF4-FFF2-40B4-BE49-F238E27FC236}">
                <a16:creationId xmlns:a16="http://schemas.microsoft.com/office/drawing/2014/main" id="{DA05B990-481D-464D-928B-5EA8BBEF4071}"/>
              </a:ext>
            </a:extLst>
          </p:cNvPr>
          <p:cNvSpPr>
            <a:spLocks noGrp="1"/>
          </p:cNvSpPr>
          <p:nvPr/>
        </p:nvSpPr>
        <p:spPr>
          <a:xfrm>
            <a:off x="119253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1" name="cover-fleet-map-cell-6-7">
            <a:extLst>
              <a:ext uri="{FF2B5EF4-FFF2-40B4-BE49-F238E27FC236}">
                <a16:creationId xmlns:a16="http://schemas.microsoft.com/office/drawing/2014/main" id="{900349DA-9808-4D3A-807D-173954F35DA5}"/>
              </a:ext>
            </a:extLst>
          </p:cNvPr>
          <p:cNvSpPr>
            <a:spLocks noGrp="1"/>
          </p:cNvSpPr>
          <p:nvPr/>
        </p:nvSpPr>
        <p:spPr>
          <a:xfrm>
            <a:off x="121920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52" name="cover-fleet-map-cell-6-8">
            <a:extLst>
              <a:ext uri="{FF2B5EF4-FFF2-40B4-BE49-F238E27FC236}">
                <a16:creationId xmlns:a16="http://schemas.microsoft.com/office/drawing/2014/main" id="{ED10DD75-B07B-4FC8-A3F9-4EC89873C9CE}"/>
              </a:ext>
            </a:extLst>
          </p:cNvPr>
          <p:cNvSpPr>
            <a:spLocks noGrp="1"/>
          </p:cNvSpPr>
          <p:nvPr/>
        </p:nvSpPr>
        <p:spPr>
          <a:xfrm>
            <a:off x="124587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3" name="cover-fleet-map-cell-6-9">
            <a:extLst>
              <a:ext uri="{FF2B5EF4-FFF2-40B4-BE49-F238E27FC236}">
                <a16:creationId xmlns:a16="http://schemas.microsoft.com/office/drawing/2014/main" id="{666DE41C-C9E4-4E8B-8E52-06302CC479A8}"/>
              </a:ext>
            </a:extLst>
          </p:cNvPr>
          <p:cNvSpPr>
            <a:spLocks noGrp="1"/>
          </p:cNvSpPr>
          <p:nvPr/>
        </p:nvSpPr>
        <p:spPr>
          <a:xfrm>
            <a:off x="127254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4" name="cover-fleet-map-cell-6-10">
            <a:extLst>
              <a:ext uri="{FF2B5EF4-FFF2-40B4-BE49-F238E27FC236}">
                <a16:creationId xmlns:a16="http://schemas.microsoft.com/office/drawing/2014/main" id="{66102056-BA13-469A-95EC-F48749D1DE73}"/>
              </a:ext>
            </a:extLst>
          </p:cNvPr>
          <p:cNvSpPr>
            <a:spLocks noGrp="1"/>
          </p:cNvSpPr>
          <p:nvPr/>
        </p:nvSpPr>
        <p:spPr>
          <a:xfrm>
            <a:off x="129921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5" name="cover-fleet-map-cell-6-11">
            <a:extLst>
              <a:ext uri="{FF2B5EF4-FFF2-40B4-BE49-F238E27FC236}">
                <a16:creationId xmlns:a16="http://schemas.microsoft.com/office/drawing/2014/main" id="{731A24FA-CFB7-4527-91A5-81A448655745}"/>
              </a:ext>
            </a:extLst>
          </p:cNvPr>
          <p:cNvSpPr>
            <a:spLocks noGrp="1"/>
          </p:cNvSpPr>
          <p:nvPr/>
        </p:nvSpPr>
        <p:spPr>
          <a:xfrm>
            <a:off x="132588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56" name="cover-fleet-map-cell-6-12">
            <a:extLst>
              <a:ext uri="{FF2B5EF4-FFF2-40B4-BE49-F238E27FC236}">
                <a16:creationId xmlns:a16="http://schemas.microsoft.com/office/drawing/2014/main" id="{1D71CABA-CA8B-495D-A14D-B97B03B8463E}"/>
              </a:ext>
            </a:extLst>
          </p:cNvPr>
          <p:cNvSpPr>
            <a:spLocks noGrp="1"/>
          </p:cNvSpPr>
          <p:nvPr/>
        </p:nvSpPr>
        <p:spPr>
          <a:xfrm>
            <a:off x="135255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7" name="cover-fleet-map-cell-6-13">
            <a:extLst>
              <a:ext uri="{FF2B5EF4-FFF2-40B4-BE49-F238E27FC236}">
                <a16:creationId xmlns:a16="http://schemas.microsoft.com/office/drawing/2014/main" id="{41DE63E2-3BC9-4A3F-9280-1D89BE8AEE10}"/>
              </a:ext>
            </a:extLst>
          </p:cNvPr>
          <p:cNvSpPr>
            <a:spLocks noGrp="1"/>
          </p:cNvSpPr>
          <p:nvPr/>
        </p:nvSpPr>
        <p:spPr>
          <a:xfrm>
            <a:off x="137922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8" name="cover-fleet-map-cell-6-14">
            <a:extLst>
              <a:ext uri="{FF2B5EF4-FFF2-40B4-BE49-F238E27FC236}">
                <a16:creationId xmlns:a16="http://schemas.microsoft.com/office/drawing/2014/main" id="{E8A00F71-2D02-45A7-BF3B-BAD070B5B73D}"/>
              </a:ext>
            </a:extLst>
          </p:cNvPr>
          <p:cNvSpPr>
            <a:spLocks noGrp="1"/>
          </p:cNvSpPr>
          <p:nvPr/>
        </p:nvSpPr>
        <p:spPr>
          <a:xfrm>
            <a:off x="140589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9" name="cover-fleet-map-cell-6-15">
            <a:extLst>
              <a:ext uri="{FF2B5EF4-FFF2-40B4-BE49-F238E27FC236}">
                <a16:creationId xmlns:a16="http://schemas.microsoft.com/office/drawing/2014/main" id="{2C7933C8-DC97-4859-9F36-2FF3F5E9D722}"/>
              </a:ext>
            </a:extLst>
          </p:cNvPr>
          <p:cNvSpPr>
            <a:spLocks noGrp="1"/>
          </p:cNvSpPr>
          <p:nvPr/>
        </p:nvSpPr>
        <p:spPr>
          <a:xfrm>
            <a:off x="143256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60" name="cover-fleet-map-cell-6-16">
            <a:extLst>
              <a:ext uri="{FF2B5EF4-FFF2-40B4-BE49-F238E27FC236}">
                <a16:creationId xmlns:a16="http://schemas.microsoft.com/office/drawing/2014/main" id="{83FB0E15-5CD0-4257-9CE5-1DD3CD8B9EB7}"/>
              </a:ext>
            </a:extLst>
          </p:cNvPr>
          <p:cNvSpPr>
            <a:spLocks noGrp="1"/>
          </p:cNvSpPr>
          <p:nvPr/>
        </p:nvSpPr>
        <p:spPr>
          <a:xfrm>
            <a:off x="145923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1" name="cover-fleet-map-cell-6-17">
            <a:extLst>
              <a:ext uri="{FF2B5EF4-FFF2-40B4-BE49-F238E27FC236}">
                <a16:creationId xmlns:a16="http://schemas.microsoft.com/office/drawing/2014/main" id="{9BDB05AC-3BED-4F2E-8319-87B11F3F87A9}"/>
              </a:ext>
            </a:extLst>
          </p:cNvPr>
          <p:cNvSpPr>
            <a:spLocks noGrp="1"/>
          </p:cNvSpPr>
          <p:nvPr/>
        </p:nvSpPr>
        <p:spPr>
          <a:xfrm>
            <a:off x="148590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2" name="cover-fleet-map-cell-6-18">
            <a:extLst>
              <a:ext uri="{FF2B5EF4-FFF2-40B4-BE49-F238E27FC236}">
                <a16:creationId xmlns:a16="http://schemas.microsoft.com/office/drawing/2014/main" id="{8C8F7D01-93C3-4FAB-94B8-411CC2EA946C}"/>
              </a:ext>
            </a:extLst>
          </p:cNvPr>
          <p:cNvSpPr>
            <a:spLocks noGrp="1"/>
          </p:cNvSpPr>
          <p:nvPr/>
        </p:nvSpPr>
        <p:spPr>
          <a:xfrm>
            <a:off x="151257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3" name="cover-fleet-map-cell-6-19">
            <a:extLst>
              <a:ext uri="{FF2B5EF4-FFF2-40B4-BE49-F238E27FC236}">
                <a16:creationId xmlns:a16="http://schemas.microsoft.com/office/drawing/2014/main" id="{A23B8B55-0F97-4505-820D-593967DAC53E}"/>
              </a:ext>
            </a:extLst>
          </p:cNvPr>
          <p:cNvSpPr>
            <a:spLocks noGrp="1"/>
          </p:cNvSpPr>
          <p:nvPr/>
        </p:nvSpPr>
        <p:spPr>
          <a:xfrm>
            <a:off x="153924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64" name="cover-fleet-map-cell-6-20">
            <a:extLst>
              <a:ext uri="{FF2B5EF4-FFF2-40B4-BE49-F238E27FC236}">
                <a16:creationId xmlns:a16="http://schemas.microsoft.com/office/drawing/2014/main" id="{ABC0D7D6-B4BD-4E81-8156-6F9A0FBB7E28}"/>
              </a:ext>
            </a:extLst>
          </p:cNvPr>
          <p:cNvSpPr>
            <a:spLocks noGrp="1"/>
          </p:cNvSpPr>
          <p:nvPr/>
        </p:nvSpPr>
        <p:spPr>
          <a:xfrm>
            <a:off x="156591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5" name="cover-fleet-map-cell-6-21">
            <a:extLst>
              <a:ext uri="{FF2B5EF4-FFF2-40B4-BE49-F238E27FC236}">
                <a16:creationId xmlns:a16="http://schemas.microsoft.com/office/drawing/2014/main" id="{F1E12E8D-C59A-43E4-AFEE-4B09D10D98F9}"/>
              </a:ext>
            </a:extLst>
          </p:cNvPr>
          <p:cNvSpPr>
            <a:spLocks noGrp="1"/>
          </p:cNvSpPr>
          <p:nvPr/>
        </p:nvSpPr>
        <p:spPr>
          <a:xfrm>
            <a:off x="15925800" y="47244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6" name="cover-fleet-map-cell-7-0">
            <a:extLst>
              <a:ext uri="{FF2B5EF4-FFF2-40B4-BE49-F238E27FC236}">
                <a16:creationId xmlns:a16="http://schemas.microsoft.com/office/drawing/2014/main" id="{A5F9336B-10B5-449B-AACE-A33F304AD98A}"/>
              </a:ext>
            </a:extLst>
          </p:cNvPr>
          <p:cNvSpPr>
            <a:spLocks noGrp="1"/>
          </p:cNvSpPr>
          <p:nvPr/>
        </p:nvSpPr>
        <p:spPr>
          <a:xfrm>
            <a:off x="103251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7" name="cover-fleet-map-cell-7-1">
            <a:extLst>
              <a:ext uri="{FF2B5EF4-FFF2-40B4-BE49-F238E27FC236}">
                <a16:creationId xmlns:a16="http://schemas.microsoft.com/office/drawing/2014/main" id="{5D9F5182-6D78-474C-A686-B15E5F6869D9}"/>
              </a:ext>
            </a:extLst>
          </p:cNvPr>
          <p:cNvSpPr>
            <a:spLocks noGrp="1"/>
          </p:cNvSpPr>
          <p:nvPr/>
        </p:nvSpPr>
        <p:spPr>
          <a:xfrm>
            <a:off x="105918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8" name="cover-fleet-map-cell-7-2">
            <a:extLst>
              <a:ext uri="{FF2B5EF4-FFF2-40B4-BE49-F238E27FC236}">
                <a16:creationId xmlns:a16="http://schemas.microsoft.com/office/drawing/2014/main" id="{CD9EDA49-E6DE-4C75-B753-AF1957E992D6}"/>
              </a:ext>
            </a:extLst>
          </p:cNvPr>
          <p:cNvSpPr>
            <a:spLocks noGrp="1"/>
          </p:cNvSpPr>
          <p:nvPr/>
        </p:nvSpPr>
        <p:spPr>
          <a:xfrm>
            <a:off x="108585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69" name="cover-fleet-map-cell-7-3">
            <a:extLst>
              <a:ext uri="{FF2B5EF4-FFF2-40B4-BE49-F238E27FC236}">
                <a16:creationId xmlns:a16="http://schemas.microsoft.com/office/drawing/2014/main" id="{C5E49892-4328-4750-B725-61AC528C299B}"/>
              </a:ext>
            </a:extLst>
          </p:cNvPr>
          <p:cNvSpPr>
            <a:spLocks noGrp="1"/>
          </p:cNvSpPr>
          <p:nvPr/>
        </p:nvSpPr>
        <p:spPr>
          <a:xfrm>
            <a:off x="111252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70" name="cover-fleet-map-cell-7-4">
            <a:extLst>
              <a:ext uri="{FF2B5EF4-FFF2-40B4-BE49-F238E27FC236}">
                <a16:creationId xmlns:a16="http://schemas.microsoft.com/office/drawing/2014/main" id="{A61582EF-580D-4F8D-B5E0-41A233FDEABA}"/>
              </a:ext>
            </a:extLst>
          </p:cNvPr>
          <p:cNvSpPr>
            <a:spLocks noGrp="1"/>
          </p:cNvSpPr>
          <p:nvPr/>
        </p:nvSpPr>
        <p:spPr>
          <a:xfrm>
            <a:off x="113919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1" name="cover-fleet-map-cell-7-5">
            <a:extLst>
              <a:ext uri="{FF2B5EF4-FFF2-40B4-BE49-F238E27FC236}">
                <a16:creationId xmlns:a16="http://schemas.microsoft.com/office/drawing/2014/main" id="{D38FF8B2-852F-4E52-A51D-821980F2BB12}"/>
              </a:ext>
            </a:extLst>
          </p:cNvPr>
          <p:cNvSpPr>
            <a:spLocks noGrp="1"/>
          </p:cNvSpPr>
          <p:nvPr/>
        </p:nvSpPr>
        <p:spPr>
          <a:xfrm>
            <a:off x="116586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2" name="cover-fleet-map-cell-7-6">
            <a:extLst>
              <a:ext uri="{FF2B5EF4-FFF2-40B4-BE49-F238E27FC236}">
                <a16:creationId xmlns:a16="http://schemas.microsoft.com/office/drawing/2014/main" id="{09F33FB8-06D3-45B9-9C0F-EF5102A8D5B8}"/>
              </a:ext>
            </a:extLst>
          </p:cNvPr>
          <p:cNvSpPr>
            <a:spLocks noGrp="1"/>
          </p:cNvSpPr>
          <p:nvPr/>
        </p:nvSpPr>
        <p:spPr>
          <a:xfrm>
            <a:off x="119253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3" name="cover-fleet-map-cell-7-7">
            <a:extLst>
              <a:ext uri="{FF2B5EF4-FFF2-40B4-BE49-F238E27FC236}">
                <a16:creationId xmlns:a16="http://schemas.microsoft.com/office/drawing/2014/main" id="{75A01A7F-B160-4356-9F3D-3D17544059C7}"/>
              </a:ext>
            </a:extLst>
          </p:cNvPr>
          <p:cNvSpPr>
            <a:spLocks noGrp="1"/>
          </p:cNvSpPr>
          <p:nvPr/>
        </p:nvSpPr>
        <p:spPr>
          <a:xfrm>
            <a:off x="121920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74" name="cover-fleet-map-cell-7-8">
            <a:extLst>
              <a:ext uri="{FF2B5EF4-FFF2-40B4-BE49-F238E27FC236}">
                <a16:creationId xmlns:a16="http://schemas.microsoft.com/office/drawing/2014/main" id="{5362CA85-588D-4579-B6AA-1E9198E5A4C6}"/>
              </a:ext>
            </a:extLst>
          </p:cNvPr>
          <p:cNvSpPr>
            <a:spLocks noGrp="1"/>
          </p:cNvSpPr>
          <p:nvPr/>
        </p:nvSpPr>
        <p:spPr>
          <a:xfrm>
            <a:off x="124587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5" name="cover-fleet-map-cell-7-9">
            <a:extLst>
              <a:ext uri="{FF2B5EF4-FFF2-40B4-BE49-F238E27FC236}">
                <a16:creationId xmlns:a16="http://schemas.microsoft.com/office/drawing/2014/main" id="{CA6E1B95-0DD5-4ED4-8C35-A46C661BBC9D}"/>
              </a:ext>
            </a:extLst>
          </p:cNvPr>
          <p:cNvSpPr>
            <a:spLocks noGrp="1"/>
          </p:cNvSpPr>
          <p:nvPr/>
        </p:nvSpPr>
        <p:spPr>
          <a:xfrm>
            <a:off x="127254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6" name="cover-fleet-map-cell-7-10">
            <a:extLst>
              <a:ext uri="{FF2B5EF4-FFF2-40B4-BE49-F238E27FC236}">
                <a16:creationId xmlns:a16="http://schemas.microsoft.com/office/drawing/2014/main" id="{FE3B67A1-DE2A-48A2-BCB2-ADBD1DB6BCFD}"/>
              </a:ext>
            </a:extLst>
          </p:cNvPr>
          <p:cNvSpPr>
            <a:spLocks noGrp="1"/>
          </p:cNvSpPr>
          <p:nvPr/>
        </p:nvSpPr>
        <p:spPr>
          <a:xfrm>
            <a:off x="129921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7" name="cover-fleet-map-cell-7-11">
            <a:extLst>
              <a:ext uri="{FF2B5EF4-FFF2-40B4-BE49-F238E27FC236}">
                <a16:creationId xmlns:a16="http://schemas.microsoft.com/office/drawing/2014/main" id="{B0E63BA1-9ED8-4E7F-9018-5628B6E739FD}"/>
              </a:ext>
            </a:extLst>
          </p:cNvPr>
          <p:cNvSpPr>
            <a:spLocks noGrp="1"/>
          </p:cNvSpPr>
          <p:nvPr/>
        </p:nvSpPr>
        <p:spPr>
          <a:xfrm>
            <a:off x="132588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78" name="cover-fleet-map-cell-7-12">
            <a:extLst>
              <a:ext uri="{FF2B5EF4-FFF2-40B4-BE49-F238E27FC236}">
                <a16:creationId xmlns:a16="http://schemas.microsoft.com/office/drawing/2014/main" id="{93590527-F6E4-441A-BBF5-9A70675542AD}"/>
              </a:ext>
            </a:extLst>
          </p:cNvPr>
          <p:cNvSpPr>
            <a:spLocks noGrp="1"/>
          </p:cNvSpPr>
          <p:nvPr/>
        </p:nvSpPr>
        <p:spPr>
          <a:xfrm>
            <a:off x="135255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79" name="cover-fleet-map-cell-7-13">
            <a:extLst>
              <a:ext uri="{FF2B5EF4-FFF2-40B4-BE49-F238E27FC236}">
                <a16:creationId xmlns:a16="http://schemas.microsoft.com/office/drawing/2014/main" id="{06E196C9-2653-4663-AE1B-5F6A241C3891}"/>
              </a:ext>
            </a:extLst>
          </p:cNvPr>
          <p:cNvSpPr>
            <a:spLocks noGrp="1"/>
          </p:cNvSpPr>
          <p:nvPr/>
        </p:nvSpPr>
        <p:spPr>
          <a:xfrm>
            <a:off x="137922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0" name="cover-fleet-map-cell-7-14">
            <a:extLst>
              <a:ext uri="{FF2B5EF4-FFF2-40B4-BE49-F238E27FC236}">
                <a16:creationId xmlns:a16="http://schemas.microsoft.com/office/drawing/2014/main" id="{6ECCD295-067E-40A1-98A0-7495D1E82BDE}"/>
              </a:ext>
            </a:extLst>
          </p:cNvPr>
          <p:cNvSpPr>
            <a:spLocks noGrp="1"/>
          </p:cNvSpPr>
          <p:nvPr/>
        </p:nvSpPr>
        <p:spPr>
          <a:xfrm>
            <a:off x="140589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1" name="cover-fleet-map-cell-7-15">
            <a:extLst>
              <a:ext uri="{FF2B5EF4-FFF2-40B4-BE49-F238E27FC236}">
                <a16:creationId xmlns:a16="http://schemas.microsoft.com/office/drawing/2014/main" id="{E280D814-B543-4D3D-8D26-0607C0A9A821}"/>
              </a:ext>
            </a:extLst>
          </p:cNvPr>
          <p:cNvSpPr>
            <a:spLocks noGrp="1"/>
          </p:cNvSpPr>
          <p:nvPr/>
        </p:nvSpPr>
        <p:spPr>
          <a:xfrm>
            <a:off x="143256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82" name="cover-fleet-map-cell-7-16">
            <a:extLst>
              <a:ext uri="{FF2B5EF4-FFF2-40B4-BE49-F238E27FC236}">
                <a16:creationId xmlns:a16="http://schemas.microsoft.com/office/drawing/2014/main" id="{D1DCB5E3-811C-47BA-94F3-105734BF41BF}"/>
              </a:ext>
            </a:extLst>
          </p:cNvPr>
          <p:cNvSpPr>
            <a:spLocks noGrp="1"/>
          </p:cNvSpPr>
          <p:nvPr/>
        </p:nvSpPr>
        <p:spPr>
          <a:xfrm>
            <a:off x="145923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3" name="cover-fleet-map-cell-7-17">
            <a:extLst>
              <a:ext uri="{FF2B5EF4-FFF2-40B4-BE49-F238E27FC236}">
                <a16:creationId xmlns:a16="http://schemas.microsoft.com/office/drawing/2014/main" id="{14C4023D-B3D9-46B9-B70D-AC6D64AB6288}"/>
              </a:ext>
            </a:extLst>
          </p:cNvPr>
          <p:cNvSpPr>
            <a:spLocks noGrp="1"/>
          </p:cNvSpPr>
          <p:nvPr/>
        </p:nvSpPr>
        <p:spPr>
          <a:xfrm>
            <a:off x="148590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4" name="cover-fleet-map-cell-7-18">
            <a:extLst>
              <a:ext uri="{FF2B5EF4-FFF2-40B4-BE49-F238E27FC236}">
                <a16:creationId xmlns:a16="http://schemas.microsoft.com/office/drawing/2014/main" id="{FCFFC114-1596-4A3D-BFDD-8BD0C044C368}"/>
              </a:ext>
            </a:extLst>
          </p:cNvPr>
          <p:cNvSpPr>
            <a:spLocks noGrp="1"/>
          </p:cNvSpPr>
          <p:nvPr/>
        </p:nvSpPr>
        <p:spPr>
          <a:xfrm>
            <a:off x="151257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5" name="cover-fleet-map-cell-7-19">
            <a:extLst>
              <a:ext uri="{FF2B5EF4-FFF2-40B4-BE49-F238E27FC236}">
                <a16:creationId xmlns:a16="http://schemas.microsoft.com/office/drawing/2014/main" id="{F1CCD48A-3F5C-418C-AC67-409D254FA214}"/>
              </a:ext>
            </a:extLst>
          </p:cNvPr>
          <p:cNvSpPr>
            <a:spLocks noGrp="1"/>
          </p:cNvSpPr>
          <p:nvPr/>
        </p:nvSpPr>
        <p:spPr>
          <a:xfrm>
            <a:off x="153924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86" name="cover-fleet-map-cell-7-20">
            <a:extLst>
              <a:ext uri="{FF2B5EF4-FFF2-40B4-BE49-F238E27FC236}">
                <a16:creationId xmlns:a16="http://schemas.microsoft.com/office/drawing/2014/main" id="{C77A51FE-07A8-482E-B3DB-C8208281115C}"/>
              </a:ext>
            </a:extLst>
          </p:cNvPr>
          <p:cNvSpPr>
            <a:spLocks noGrp="1"/>
          </p:cNvSpPr>
          <p:nvPr/>
        </p:nvSpPr>
        <p:spPr>
          <a:xfrm>
            <a:off x="156591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7" name="cover-fleet-map-cell-7-21">
            <a:extLst>
              <a:ext uri="{FF2B5EF4-FFF2-40B4-BE49-F238E27FC236}">
                <a16:creationId xmlns:a16="http://schemas.microsoft.com/office/drawing/2014/main" id="{24C9952A-33A0-45F7-93F5-6916B962F6DA}"/>
              </a:ext>
            </a:extLst>
          </p:cNvPr>
          <p:cNvSpPr>
            <a:spLocks noGrp="1"/>
          </p:cNvSpPr>
          <p:nvPr/>
        </p:nvSpPr>
        <p:spPr>
          <a:xfrm>
            <a:off x="15925800" y="49911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88" name="cover-fleet-map-cell-8-0">
            <a:extLst>
              <a:ext uri="{FF2B5EF4-FFF2-40B4-BE49-F238E27FC236}">
                <a16:creationId xmlns:a16="http://schemas.microsoft.com/office/drawing/2014/main" id="{1B316645-207F-48F3-A3E0-E13AA7A5F764}"/>
              </a:ext>
            </a:extLst>
          </p:cNvPr>
          <p:cNvSpPr>
            <a:spLocks noGrp="1"/>
          </p:cNvSpPr>
          <p:nvPr/>
        </p:nvSpPr>
        <p:spPr>
          <a:xfrm>
            <a:off x="103251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89" name="cover-fleet-map-cell-8-1">
            <a:extLst>
              <a:ext uri="{FF2B5EF4-FFF2-40B4-BE49-F238E27FC236}">
                <a16:creationId xmlns:a16="http://schemas.microsoft.com/office/drawing/2014/main" id="{44D0A777-68F2-490C-8914-96393D331439}"/>
              </a:ext>
            </a:extLst>
          </p:cNvPr>
          <p:cNvSpPr>
            <a:spLocks noGrp="1"/>
          </p:cNvSpPr>
          <p:nvPr/>
        </p:nvSpPr>
        <p:spPr>
          <a:xfrm>
            <a:off x="105918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0" name="cover-fleet-map-cell-8-2">
            <a:extLst>
              <a:ext uri="{FF2B5EF4-FFF2-40B4-BE49-F238E27FC236}">
                <a16:creationId xmlns:a16="http://schemas.microsoft.com/office/drawing/2014/main" id="{040984CF-12D4-44A7-AA71-AB5BE791A2E8}"/>
              </a:ext>
            </a:extLst>
          </p:cNvPr>
          <p:cNvSpPr>
            <a:spLocks noGrp="1"/>
          </p:cNvSpPr>
          <p:nvPr/>
        </p:nvSpPr>
        <p:spPr>
          <a:xfrm>
            <a:off x="108585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91" name="cover-fleet-map-cell-8-3">
            <a:extLst>
              <a:ext uri="{FF2B5EF4-FFF2-40B4-BE49-F238E27FC236}">
                <a16:creationId xmlns:a16="http://schemas.microsoft.com/office/drawing/2014/main" id="{899251DC-6AD5-43EC-BEA4-9B42B9508B1A}"/>
              </a:ext>
            </a:extLst>
          </p:cNvPr>
          <p:cNvSpPr>
            <a:spLocks noGrp="1"/>
          </p:cNvSpPr>
          <p:nvPr/>
        </p:nvSpPr>
        <p:spPr>
          <a:xfrm>
            <a:off x="111252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2" name="cover-fleet-map-cell-8-4">
            <a:extLst>
              <a:ext uri="{FF2B5EF4-FFF2-40B4-BE49-F238E27FC236}">
                <a16:creationId xmlns:a16="http://schemas.microsoft.com/office/drawing/2014/main" id="{70BF5206-8A5B-41EB-8FE5-5542B819DF27}"/>
              </a:ext>
            </a:extLst>
          </p:cNvPr>
          <p:cNvSpPr>
            <a:spLocks noGrp="1"/>
          </p:cNvSpPr>
          <p:nvPr/>
        </p:nvSpPr>
        <p:spPr>
          <a:xfrm>
            <a:off x="113919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93" name="cover-fleet-map-cell-8-5">
            <a:extLst>
              <a:ext uri="{FF2B5EF4-FFF2-40B4-BE49-F238E27FC236}">
                <a16:creationId xmlns:a16="http://schemas.microsoft.com/office/drawing/2014/main" id="{BC088FBD-D7AA-4CFF-B5D8-94417B8EC3E6}"/>
              </a:ext>
            </a:extLst>
          </p:cNvPr>
          <p:cNvSpPr>
            <a:spLocks noGrp="1"/>
          </p:cNvSpPr>
          <p:nvPr/>
        </p:nvSpPr>
        <p:spPr>
          <a:xfrm>
            <a:off x="116586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4" name="cover-fleet-map-cell-8-6">
            <a:extLst>
              <a:ext uri="{FF2B5EF4-FFF2-40B4-BE49-F238E27FC236}">
                <a16:creationId xmlns:a16="http://schemas.microsoft.com/office/drawing/2014/main" id="{BE679C6C-4BA9-4BA7-93ED-D5E83108ACAD}"/>
              </a:ext>
            </a:extLst>
          </p:cNvPr>
          <p:cNvSpPr>
            <a:spLocks noGrp="1"/>
          </p:cNvSpPr>
          <p:nvPr/>
        </p:nvSpPr>
        <p:spPr>
          <a:xfrm>
            <a:off x="119253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95" name="cover-fleet-map-cell-8-7">
            <a:extLst>
              <a:ext uri="{FF2B5EF4-FFF2-40B4-BE49-F238E27FC236}">
                <a16:creationId xmlns:a16="http://schemas.microsoft.com/office/drawing/2014/main" id="{8EE0DE7C-77C4-4A0C-AAAB-3FD73D48EA46}"/>
              </a:ext>
            </a:extLst>
          </p:cNvPr>
          <p:cNvSpPr>
            <a:spLocks noGrp="1"/>
          </p:cNvSpPr>
          <p:nvPr/>
        </p:nvSpPr>
        <p:spPr>
          <a:xfrm>
            <a:off x="121920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6" name="cover-fleet-map-cell-8-8">
            <a:extLst>
              <a:ext uri="{FF2B5EF4-FFF2-40B4-BE49-F238E27FC236}">
                <a16:creationId xmlns:a16="http://schemas.microsoft.com/office/drawing/2014/main" id="{932DF56B-4076-4239-A011-AD4F9FB29CD5}"/>
              </a:ext>
            </a:extLst>
          </p:cNvPr>
          <p:cNvSpPr>
            <a:spLocks noGrp="1"/>
          </p:cNvSpPr>
          <p:nvPr/>
        </p:nvSpPr>
        <p:spPr>
          <a:xfrm>
            <a:off x="124587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197" name="cover-fleet-map-cell-8-9">
            <a:extLst>
              <a:ext uri="{FF2B5EF4-FFF2-40B4-BE49-F238E27FC236}">
                <a16:creationId xmlns:a16="http://schemas.microsoft.com/office/drawing/2014/main" id="{7E40FCCC-E7A7-4129-A7BB-E104817B595F}"/>
              </a:ext>
            </a:extLst>
          </p:cNvPr>
          <p:cNvSpPr>
            <a:spLocks noGrp="1"/>
          </p:cNvSpPr>
          <p:nvPr/>
        </p:nvSpPr>
        <p:spPr>
          <a:xfrm>
            <a:off x="127254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98" name="cover-fleet-map-cell-8-10">
            <a:extLst>
              <a:ext uri="{FF2B5EF4-FFF2-40B4-BE49-F238E27FC236}">
                <a16:creationId xmlns:a16="http://schemas.microsoft.com/office/drawing/2014/main" id="{60FB3BA9-1F82-4EB8-A76E-C511E5F38EC3}"/>
              </a:ext>
            </a:extLst>
          </p:cNvPr>
          <p:cNvSpPr>
            <a:spLocks noGrp="1"/>
          </p:cNvSpPr>
          <p:nvPr/>
        </p:nvSpPr>
        <p:spPr>
          <a:xfrm>
            <a:off x="129921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99" name="cover-fleet-map-cell-8-11">
            <a:extLst>
              <a:ext uri="{FF2B5EF4-FFF2-40B4-BE49-F238E27FC236}">
                <a16:creationId xmlns:a16="http://schemas.microsoft.com/office/drawing/2014/main" id="{30D0CDBF-ACEF-4FA2-A201-527A781A3A08}"/>
              </a:ext>
            </a:extLst>
          </p:cNvPr>
          <p:cNvSpPr>
            <a:spLocks noGrp="1"/>
          </p:cNvSpPr>
          <p:nvPr/>
        </p:nvSpPr>
        <p:spPr>
          <a:xfrm>
            <a:off x="132588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00" name="cover-fleet-map-cell-8-12">
            <a:extLst>
              <a:ext uri="{FF2B5EF4-FFF2-40B4-BE49-F238E27FC236}">
                <a16:creationId xmlns:a16="http://schemas.microsoft.com/office/drawing/2014/main" id="{0D977D40-4B7D-4617-8F57-73BB26C2FF6A}"/>
              </a:ext>
            </a:extLst>
          </p:cNvPr>
          <p:cNvSpPr>
            <a:spLocks noGrp="1"/>
          </p:cNvSpPr>
          <p:nvPr/>
        </p:nvSpPr>
        <p:spPr>
          <a:xfrm>
            <a:off x="135255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01" name="cover-fleet-map-cell-8-13">
            <a:extLst>
              <a:ext uri="{FF2B5EF4-FFF2-40B4-BE49-F238E27FC236}">
                <a16:creationId xmlns:a16="http://schemas.microsoft.com/office/drawing/2014/main" id="{F80C8411-0224-49DF-AF56-1D36B1F0A419}"/>
              </a:ext>
            </a:extLst>
          </p:cNvPr>
          <p:cNvSpPr>
            <a:spLocks noGrp="1"/>
          </p:cNvSpPr>
          <p:nvPr/>
        </p:nvSpPr>
        <p:spPr>
          <a:xfrm>
            <a:off x="137922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02" name="cover-fleet-map-cell-8-14">
            <a:extLst>
              <a:ext uri="{FF2B5EF4-FFF2-40B4-BE49-F238E27FC236}">
                <a16:creationId xmlns:a16="http://schemas.microsoft.com/office/drawing/2014/main" id="{2A06C50B-03E3-4F98-B9EF-5FF3E5782C2E}"/>
              </a:ext>
            </a:extLst>
          </p:cNvPr>
          <p:cNvSpPr>
            <a:spLocks noGrp="1"/>
          </p:cNvSpPr>
          <p:nvPr/>
        </p:nvSpPr>
        <p:spPr>
          <a:xfrm>
            <a:off x="140589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03" name="cover-fleet-map-cell-8-15">
            <a:extLst>
              <a:ext uri="{FF2B5EF4-FFF2-40B4-BE49-F238E27FC236}">
                <a16:creationId xmlns:a16="http://schemas.microsoft.com/office/drawing/2014/main" id="{7B27DF4E-CB49-432F-868F-336364AB801D}"/>
              </a:ext>
            </a:extLst>
          </p:cNvPr>
          <p:cNvSpPr>
            <a:spLocks noGrp="1"/>
          </p:cNvSpPr>
          <p:nvPr/>
        </p:nvSpPr>
        <p:spPr>
          <a:xfrm>
            <a:off x="143256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04" name="cover-fleet-map-cell-8-16">
            <a:extLst>
              <a:ext uri="{FF2B5EF4-FFF2-40B4-BE49-F238E27FC236}">
                <a16:creationId xmlns:a16="http://schemas.microsoft.com/office/drawing/2014/main" id="{88E8124D-CC65-48C4-960B-680A5BE378FE}"/>
              </a:ext>
            </a:extLst>
          </p:cNvPr>
          <p:cNvSpPr>
            <a:spLocks noGrp="1"/>
          </p:cNvSpPr>
          <p:nvPr/>
        </p:nvSpPr>
        <p:spPr>
          <a:xfrm>
            <a:off x="145923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05" name="cover-fleet-map-cell-8-17">
            <a:extLst>
              <a:ext uri="{FF2B5EF4-FFF2-40B4-BE49-F238E27FC236}">
                <a16:creationId xmlns:a16="http://schemas.microsoft.com/office/drawing/2014/main" id="{796E6761-4E85-4022-A86C-C0881443AA4A}"/>
              </a:ext>
            </a:extLst>
          </p:cNvPr>
          <p:cNvSpPr>
            <a:spLocks noGrp="1"/>
          </p:cNvSpPr>
          <p:nvPr/>
        </p:nvSpPr>
        <p:spPr>
          <a:xfrm>
            <a:off x="148590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63447"/>
          </a:solidFill>
        </p:spPr>
        <p:txBody>
          <a:bodyPr/>
          <a:lstStyle/>
          <a:p>
            <a:endParaRPr lang="en-AU"/>
          </a:p>
        </p:txBody>
      </p:sp>
      <p:sp>
        <p:nvSpPr>
          <p:cNvPr id="206" name="cover-fleet-map-cell-8-18">
            <a:extLst>
              <a:ext uri="{FF2B5EF4-FFF2-40B4-BE49-F238E27FC236}">
                <a16:creationId xmlns:a16="http://schemas.microsoft.com/office/drawing/2014/main" id="{61E92C0A-C60E-4F2F-9171-6CA9C4020586}"/>
              </a:ext>
            </a:extLst>
          </p:cNvPr>
          <p:cNvSpPr>
            <a:spLocks noGrp="1"/>
          </p:cNvSpPr>
          <p:nvPr/>
        </p:nvSpPr>
        <p:spPr>
          <a:xfrm>
            <a:off x="151257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63447"/>
          </a:solidFill>
        </p:spPr>
        <p:txBody>
          <a:bodyPr/>
          <a:lstStyle/>
          <a:p>
            <a:endParaRPr lang="en-AU"/>
          </a:p>
        </p:txBody>
      </p:sp>
      <p:sp>
        <p:nvSpPr>
          <p:cNvPr id="207" name="cover-fleet-map-cell-8-19">
            <a:extLst>
              <a:ext uri="{FF2B5EF4-FFF2-40B4-BE49-F238E27FC236}">
                <a16:creationId xmlns:a16="http://schemas.microsoft.com/office/drawing/2014/main" id="{5718D1F5-6D17-47E7-9383-4C705D94D149}"/>
              </a:ext>
            </a:extLst>
          </p:cNvPr>
          <p:cNvSpPr>
            <a:spLocks noGrp="1"/>
          </p:cNvSpPr>
          <p:nvPr/>
        </p:nvSpPr>
        <p:spPr>
          <a:xfrm>
            <a:off x="153924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63447"/>
          </a:solidFill>
        </p:spPr>
        <p:txBody>
          <a:bodyPr/>
          <a:lstStyle/>
          <a:p>
            <a:endParaRPr lang="en-AU"/>
          </a:p>
        </p:txBody>
      </p:sp>
      <p:sp>
        <p:nvSpPr>
          <p:cNvPr id="208" name="cover-fleet-map-cell-8-20">
            <a:extLst>
              <a:ext uri="{FF2B5EF4-FFF2-40B4-BE49-F238E27FC236}">
                <a16:creationId xmlns:a16="http://schemas.microsoft.com/office/drawing/2014/main" id="{B9A6BF0E-CAC3-46B2-B4D6-E613F8D27BE3}"/>
              </a:ext>
            </a:extLst>
          </p:cNvPr>
          <p:cNvSpPr>
            <a:spLocks noGrp="1"/>
          </p:cNvSpPr>
          <p:nvPr/>
        </p:nvSpPr>
        <p:spPr>
          <a:xfrm>
            <a:off x="156591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63447"/>
          </a:solidFill>
        </p:spPr>
        <p:txBody>
          <a:bodyPr/>
          <a:lstStyle/>
          <a:p>
            <a:endParaRPr lang="en-AU"/>
          </a:p>
        </p:txBody>
      </p:sp>
      <p:sp>
        <p:nvSpPr>
          <p:cNvPr id="209" name="cover-fleet-map-cell-8-21">
            <a:extLst>
              <a:ext uri="{FF2B5EF4-FFF2-40B4-BE49-F238E27FC236}">
                <a16:creationId xmlns:a16="http://schemas.microsoft.com/office/drawing/2014/main" id="{156A7AF9-1765-434C-90FB-C907814F120E}"/>
              </a:ext>
            </a:extLst>
          </p:cNvPr>
          <p:cNvSpPr>
            <a:spLocks noGrp="1"/>
          </p:cNvSpPr>
          <p:nvPr/>
        </p:nvSpPr>
        <p:spPr>
          <a:xfrm>
            <a:off x="15925800" y="52578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63447"/>
          </a:solidFill>
        </p:spPr>
        <p:txBody>
          <a:bodyPr/>
          <a:lstStyle/>
          <a:p>
            <a:endParaRPr lang="en-AU"/>
          </a:p>
        </p:txBody>
      </p:sp>
      <p:sp>
        <p:nvSpPr>
          <p:cNvPr id="210" name="cover-fleet-map-cell-9-0">
            <a:extLst>
              <a:ext uri="{FF2B5EF4-FFF2-40B4-BE49-F238E27FC236}">
                <a16:creationId xmlns:a16="http://schemas.microsoft.com/office/drawing/2014/main" id="{6B7DB8CB-0AD0-445D-A466-6420BCFDBE6A}"/>
              </a:ext>
            </a:extLst>
          </p:cNvPr>
          <p:cNvSpPr>
            <a:spLocks noGrp="1"/>
          </p:cNvSpPr>
          <p:nvPr/>
        </p:nvSpPr>
        <p:spPr>
          <a:xfrm>
            <a:off x="103251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1" name="cover-fleet-map-cell-9-1">
            <a:extLst>
              <a:ext uri="{FF2B5EF4-FFF2-40B4-BE49-F238E27FC236}">
                <a16:creationId xmlns:a16="http://schemas.microsoft.com/office/drawing/2014/main" id="{DDC68475-38CF-4641-A2AF-D441BA0BF050}"/>
              </a:ext>
            </a:extLst>
          </p:cNvPr>
          <p:cNvSpPr>
            <a:spLocks noGrp="1"/>
          </p:cNvSpPr>
          <p:nvPr/>
        </p:nvSpPr>
        <p:spPr>
          <a:xfrm>
            <a:off x="105918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2" name="cover-fleet-map-cell-9-2">
            <a:extLst>
              <a:ext uri="{FF2B5EF4-FFF2-40B4-BE49-F238E27FC236}">
                <a16:creationId xmlns:a16="http://schemas.microsoft.com/office/drawing/2014/main" id="{66674CED-FA1A-4AE3-85A5-3227981F85EA}"/>
              </a:ext>
            </a:extLst>
          </p:cNvPr>
          <p:cNvSpPr>
            <a:spLocks noGrp="1"/>
          </p:cNvSpPr>
          <p:nvPr/>
        </p:nvSpPr>
        <p:spPr>
          <a:xfrm>
            <a:off x="108585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13" name="cover-fleet-map-cell-9-3">
            <a:extLst>
              <a:ext uri="{FF2B5EF4-FFF2-40B4-BE49-F238E27FC236}">
                <a16:creationId xmlns:a16="http://schemas.microsoft.com/office/drawing/2014/main" id="{99FA3B6B-6823-4DE8-86CA-C7E1C807FD27}"/>
              </a:ext>
            </a:extLst>
          </p:cNvPr>
          <p:cNvSpPr>
            <a:spLocks noGrp="1"/>
          </p:cNvSpPr>
          <p:nvPr/>
        </p:nvSpPr>
        <p:spPr>
          <a:xfrm>
            <a:off x="111252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14" name="cover-fleet-map-cell-9-4">
            <a:extLst>
              <a:ext uri="{FF2B5EF4-FFF2-40B4-BE49-F238E27FC236}">
                <a16:creationId xmlns:a16="http://schemas.microsoft.com/office/drawing/2014/main" id="{1B24ED0F-7503-430B-865B-4F4A6FDE7076}"/>
              </a:ext>
            </a:extLst>
          </p:cNvPr>
          <p:cNvSpPr>
            <a:spLocks noGrp="1"/>
          </p:cNvSpPr>
          <p:nvPr/>
        </p:nvSpPr>
        <p:spPr>
          <a:xfrm>
            <a:off x="113919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5" name="cover-fleet-map-cell-9-5">
            <a:extLst>
              <a:ext uri="{FF2B5EF4-FFF2-40B4-BE49-F238E27FC236}">
                <a16:creationId xmlns:a16="http://schemas.microsoft.com/office/drawing/2014/main" id="{92713E2F-D2ED-4BF4-A108-275649BB97B0}"/>
              </a:ext>
            </a:extLst>
          </p:cNvPr>
          <p:cNvSpPr>
            <a:spLocks noGrp="1"/>
          </p:cNvSpPr>
          <p:nvPr/>
        </p:nvSpPr>
        <p:spPr>
          <a:xfrm>
            <a:off x="116586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6" name="cover-fleet-map-cell-9-6">
            <a:extLst>
              <a:ext uri="{FF2B5EF4-FFF2-40B4-BE49-F238E27FC236}">
                <a16:creationId xmlns:a16="http://schemas.microsoft.com/office/drawing/2014/main" id="{EEF994AC-BDE3-4907-B66E-041A579AED80}"/>
              </a:ext>
            </a:extLst>
          </p:cNvPr>
          <p:cNvSpPr>
            <a:spLocks noGrp="1"/>
          </p:cNvSpPr>
          <p:nvPr/>
        </p:nvSpPr>
        <p:spPr>
          <a:xfrm>
            <a:off x="119253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17" name="cover-fleet-map-cell-9-7">
            <a:extLst>
              <a:ext uri="{FF2B5EF4-FFF2-40B4-BE49-F238E27FC236}">
                <a16:creationId xmlns:a16="http://schemas.microsoft.com/office/drawing/2014/main" id="{32E3CF46-4764-4535-AE91-FB3FC1B51777}"/>
              </a:ext>
            </a:extLst>
          </p:cNvPr>
          <p:cNvSpPr>
            <a:spLocks noGrp="1"/>
          </p:cNvSpPr>
          <p:nvPr/>
        </p:nvSpPr>
        <p:spPr>
          <a:xfrm>
            <a:off x="121920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18" name="cover-fleet-map-cell-9-8">
            <a:extLst>
              <a:ext uri="{FF2B5EF4-FFF2-40B4-BE49-F238E27FC236}">
                <a16:creationId xmlns:a16="http://schemas.microsoft.com/office/drawing/2014/main" id="{3846D979-C397-4811-A9DF-454934FF0547}"/>
              </a:ext>
            </a:extLst>
          </p:cNvPr>
          <p:cNvSpPr>
            <a:spLocks noGrp="1"/>
          </p:cNvSpPr>
          <p:nvPr/>
        </p:nvSpPr>
        <p:spPr>
          <a:xfrm>
            <a:off x="124587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9" name="cover-fleet-map-cell-9-9">
            <a:extLst>
              <a:ext uri="{FF2B5EF4-FFF2-40B4-BE49-F238E27FC236}">
                <a16:creationId xmlns:a16="http://schemas.microsoft.com/office/drawing/2014/main" id="{F6AA9CEA-C17A-48C3-A6E1-3E57E0531ECC}"/>
              </a:ext>
            </a:extLst>
          </p:cNvPr>
          <p:cNvSpPr>
            <a:spLocks noGrp="1"/>
          </p:cNvSpPr>
          <p:nvPr/>
        </p:nvSpPr>
        <p:spPr>
          <a:xfrm>
            <a:off x="127254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20" name="cover-fleet-map-cell-9-10">
            <a:extLst>
              <a:ext uri="{FF2B5EF4-FFF2-40B4-BE49-F238E27FC236}">
                <a16:creationId xmlns:a16="http://schemas.microsoft.com/office/drawing/2014/main" id="{DD5DEBDB-7C51-4956-AB2A-B832D8248885}"/>
              </a:ext>
            </a:extLst>
          </p:cNvPr>
          <p:cNvSpPr>
            <a:spLocks noGrp="1"/>
          </p:cNvSpPr>
          <p:nvPr/>
        </p:nvSpPr>
        <p:spPr>
          <a:xfrm>
            <a:off x="129921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21" name="cover-fleet-map-cell-9-11">
            <a:extLst>
              <a:ext uri="{FF2B5EF4-FFF2-40B4-BE49-F238E27FC236}">
                <a16:creationId xmlns:a16="http://schemas.microsoft.com/office/drawing/2014/main" id="{954624A3-DCB8-423D-974E-7FCE5A78CB00}"/>
              </a:ext>
            </a:extLst>
          </p:cNvPr>
          <p:cNvSpPr>
            <a:spLocks noGrp="1"/>
          </p:cNvSpPr>
          <p:nvPr/>
        </p:nvSpPr>
        <p:spPr>
          <a:xfrm>
            <a:off x="132588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22" name="cover-fleet-map-cell-9-12">
            <a:extLst>
              <a:ext uri="{FF2B5EF4-FFF2-40B4-BE49-F238E27FC236}">
                <a16:creationId xmlns:a16="http://schemas.microsoft.com/office/drawing/2014/main" id="{44458D17-511D-4883-915B-0D3E982642B0}"/>
              </a:ext>
            </a:extLst>
          </p:cNvPr>
          <p:cNvSpPr>
            <a:spLocks noGrp="1"/>
          </p:cNvSpPr>
          <p:nvPr/>
        </p:nvSpPr>
        <p:spPr>
          <a:xfrm>
            <a:off x="135255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23" name="cover-fleet-map-cell-9-13">
            <a:extLst>
              <a:ext uri="{FF2B5EF4-FFF2-40B4-BE49-F238E27FC236}">
                <a16:creationId xmlns:a16="http://schemas.microsoft.com/office/drawing/2014/main" id="{235F13B9-E6A7-4F72-AF55-2BF2E8568BAD}"/>
              </a:ext>
            </a:extLst>
          </p:cNvPr>
          <p:cNvSpPr>
            <a:spLocks noGrp="1"/>
          </p:cNvSpPr>
          <p:nvPr/>
        </p:nvSpPr>
        <p:spPr>
          <a:xfrm>
            <a:off x="137922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24" name="cover-fleet-map-cell-9-14">
            <a:extLst>
              <a:ext uri="{FF2B5EF4-FFF2-40B4-BE49-F238E27FC236}">
                <a16:creationId xmlns:a16="http://schemas.microsoft.com/office/drawing/2014/main" id="{41CE2439-C302-4AA3-ABAA-2E5F5B763A2E}"/>
              </a:ext>
            </a:extLst>
          </p:cNvPr>
          <p:cNvSpPr>
            <a:spLocks noGrp="1"/>
          </p:cNvSpPr>
          <p:nvPr/>
        </p:nvSpPr>
        <p:spPr>
          <a:xfrm>
            <a:off x="140589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25" name="cover-fleet-map-cell-9-15">
            <a:extLst>
              <a:ext uri="{FF2B5EF4-FFF2-40B4-BE49-F238E27FC236}">
                <a16:creationId xmlns:a16="http://schemas.microsoft.com/office/drawing/2014/main" id="{09745846-0964-4F39-AFFB-FB5C5DBF9E3D}"/>
              </a:ext>
            </a:extLst>
          </p:cNvPr>
          <p:cNvSpPr>
            <a:spLocks noGrp="1"/>
          </p:cNvSpPr>
          <p:nvPr/>
        </p:nvSpPr>
        <p:spPr>
          <a:xfrm>
            <a:off x="143256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26" name="cover-fleet-map-cell-9-16">
            <a:extLst>
              <a:ext uri="{FF2B5EF4-FFF2-40B4-BE49-F238E27FC236}">
                <a16:creationId xmlns:a16="http://schemas.microsoft.com/office/drawing/2014/main" id="{9418E9A3-EC92-43AE-91E3-D290C0D15B0A}"/>
              </a:ext>
            </a:extLst>
          </p:cNvPr>
          <p:cNvSpPr>
            <a:spLocks noGrp="1"/>
          </p:cNvSpPr>
          <p:nvPr/>
        </p:nvSpPr>
        <p:spPr>
          <a:xfrm>
            <a:off x="145923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27" name="cover-fleet-map-cell-9-17">
            <a:extLst>
              <a:ext uri="{FF2B5EF4-FFF2-40B4-BE49-F238E27FC236}">
                <a16:creationId xmlns:a16="http://schemas.microsoft.com/office/drawing/2014/main" id="{9F047581-A852-425C-B76F-9BF931C3795A}"/>
              </a:ext>
            </a:extLst>
          </p:cNvPr>
          <p:cNvSpPr>
            <a:spLocks noGrp="1"/>
          </p:cNvSpPr>
          <p:nvPr/>
        </p:nvSpPr>
        <p:spPr>
          <a:xfrm>
            <a:off x="148590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28" name="cover-fleet-map-cell-9-18">
            <a:extLst>
              <a:ext uri="{FF2B5EF4-FFF2-40B4-BE49-F238E27FC236}">
                <a16:creationId xmlns:a16="http://schemas.microsoft.com/office/drawing/2014/main" id="{6EDB4FBB-9E75-4F6C-858E-8A580E59A04D}"/>
              </a:ext>
            </a:extLst>
          </p:cNvPr>
          <p:cNvSpPr>
            <a:spLocks noGrp="1"/>
          </p:cNvSpPr>
          <p:nvPr/>
        </p:nvSpPr>
        <p:spPr>
          <a:xfrm>
            <a:off x="151257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29" name="cover-fleet-map-cell-9-19">
            <a:extLst>
              <a:ext uri="{FF2B5EF4-FFF2-40B4-BE49-F238E27FC236}">
                <a16:creationId xmlns:a16="http://schemas.microsoft.com/office/drawing/2014/main" id="{A08C1BF7-E2D6-4289-A085-7B04696797C8}"/>
              </a:ext>
            </a:extLst>
          </p:cNvPr>
          <p:cNvSpPr>
            <a:spLocks noGrp="1"/>
          </p:cNvSpPr>
          <p:nvPr/>
        </p:nvSpPr>
        <p:spPr>
          <a:xfrm>
            <a:off x="153924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30" name="cover-fleet-map-cell-9-20">
            <a:extLst>
              <a:ext uri="{FF2B5EF4-FFF2-40B4-BE49-F238E27FC236}">
                <a16:creationId xmlns:a16="http://schemas.microsoft.com/office/drawing/2014/main" id="{6BA9FDE0-AB38-4DC9-B2E6-1826C4ED1CBC}"/>
              </a:ext>
            </a:extLst>
          </p:cNvPr>
          <p:cNvSpPr>
            <a:spLocks noGrp="1"/>
          </p:cNvSpPr>
          <p:nvPr/>
        </p:nvSpPr>
        <p:spPr>
          <a:xfrm>
            <a:off x="156591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1" name="cover-fleet-map-cell-9-21">
            <a:extLst>
              <a:ext uri="{FF2B5EF4-FFF2-40B4-BE49-F238E27FC236}">
                <a16:creationId xmlns:a16="http://schemas.microsoft.com/office/drawing/2014/main" id="{0D4A9AF2-881D-4421-AFEE-F2BA278CE651}"/>
              </a:ext>
            </a:extLst>
          </p:cNvPr>
          <p:cNvSpPr>
            <a:spLocks noGrp="1"/>
          </p:cNvSpPr>
          <p:nvPr/>
        </p:nvSpPr>
        <p:spPr>
          <a:xfrm>
            <a:off x="15925800" y="55245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2" name="cover-fleet-map-cell-10-0">
            <a:extLst>
              <a:ext uri="{FF2B5EF4-FFF2-40B4-BE49-F238E27FC236}">
                <a16:creationId xmlns:a16="http://schemas.microsoft.com/office/drawing/2014/main" id="{B956F802-64C5-4322-9BC0-6F905E40D69B}"/>
              </a:ext>
            </a:extLst>
          </p:cNvPr>
          <p:cNvSpPr>
            <a:spLocks noGrp="1"/>
          </p:cNvSpPr>
          <p:nvPr/>
        </p:nvSpPr>
        <p:spPr>
          <a:xfrm>
            <a:off x="103251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3" name="cover-fleet-map-cell-10-1">
            <a:extLst>
              <a:ext uri="{FF2B5EF4-FFF2-40B4-BE49-F238E27FC236}">
                <a16:creationId xmlns:a16="http://schemas.microsoft.com/office/drawing/2014/main" id="{D596ECCF-803B-41F3-A873-1D0D1F5B73A3}"/>
              </a:ext>
            </a:extLst>
          </p:cNvPr>
          <p:cNvSpPr>
            <a:spLocks noGrp="1"/>
          </p:cNvSpPr>
          <p:nvPr/>
        </p:nvSpPr>
        <p:spPr>
          <a:xfrm>
            <a:off x="105918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34" name="cover-fleet-map-cell-10-2">
            <a:extLst>
              <a:ext uri="{FF2B5EF4-FFF2-40B4-BE49-F238E27FC236}">
                <a16:creationId xmlns:a16="http://schemas.microsoft.com/office/drawing/2014/main" id="{407A6080-1EFE-4D7F-B134-1574DBCFE12D}"/>
              </a:ext>
            </a:extLst>
          </p:cNvPr>
          <p:cNvSpPr>
            <a:spLocks noGrp="1"/>
          </p:cNvSpPr>
          <p:nvPr/>
        </p:nvSpPr>
        <p:spPr>
          <a:xfrm>
            <a:off x="108585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5" name="cover-fleet-map-cell-10-3">
            <a:extLst>
              <a:ext uri="{FF2B5EF4-FFF2-40B4-BE49-F238E27FC236}">
                <a16:creationId xmlns:a16="http://schemas.microsoft.com/office/drawing/2014/main" id="{160ED660-EED3-490A-ACB9-ED2E074994F8}"/>
              </a:ext>
            </a:extLst>
          </p:cNvPr>
          <p:cNvSpPr>
            <a:spLocks noGrp="1"/>
          </p:cNvSpPr>
          <p:nvPr/>
        </p:nvSpPr>
        <p:spPr>
          <a:xfrm>
            <a:off x="111252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36" name="cover-fleet-map-cell-10-4">
            <a:extLst>
              <a:ext uri="{FF2B5EF4-FFF2-40B4-BE49-F238E27FC236}">
                <a16:creationId xmlns:a16="http://schemas.microsoft.com/office/drawing/2014/main" id="{96C72B4E-F2A7-4DBC-BC51-E3D148948A82}"/>
              </a:ext>
            </a:extLst>
          </p:cNvPr>
          <p:cNvSpPr>
            <a:spLocks noGrp="1"/>
          </p:cNvSpPr>
          <p:nvPr/>
        </p:nvSpPr>
        <p:spPr>
          <a:xfrm>
            <a:off x="113919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7" name="cover-fleet-map-cell-10-5">
            <a:extLst>
              <a:ext uri="{FF2B5EF4-FFF2-40B4-BE49-F238E27FC236}">
                <a16:creationId xmlns:a16="http://schemas.microsoft.com/office/drawing/2014/main" id="{BE8FD33E-1945-4E75-9939-CA8A52408612}"/>
              </a:ext>
            </a:extLst>
          </p:cNvPr>
          <p:cNvSpPr>
            <a:spLocks noGrp="1"/>
          </p:cNvSpPr>
          <p:nvPr/>
        </p:nvSpPr>
        <p:spPr>
          <a:xfrm>
            <a:off x="116586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38" name="cover-fleet-map-cell-10-6">
            <a:extLst>
              <a:ext uri="{FF2B5EF4-FFF2-40B4-BE49-F238E27FC236}">
                <a16:creationId xmlns:a16="http://schemas.microsoft.com/office/drawing/2014/main" id="{B10DD353-7DF5-41CF-B7D1-1DD7DEB24FEA}"/>
              </a:ext>
            </a:extLst>
          </p:cNvPr>
          <p:cNvSpPr>
            <a:spLocks noGrp="1"/>
          </p:cNvSpPr>
          <p:nvPr/>
        </p:nvSpPr>
        <p:spPr>
          <a:xfrm>
            <a:off x="119253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39" name="cover-fleet-map-cell-10-7">
            <a:extLst>
              <a:ext uri="{FF2B5EF4-FFF2-40B4-BE49-F238E27FC236}">
                <a16:creationId xmlns:a16="http://schemas.microsoft.com/office/drawing/2014/main" id="{431BEB95-634A-4F4C-BF60-FA60C4399425}"/>
              </a:ext>
            </a:extLst>
          </p:cNvPr>
          <p:cNvSpPr>
            <a:spLocks noGrp="1"/>
          </p:cNvSpPr>
          <p:nvPr/>
        </p:nvSpPr>
        <p:spPr>
          <a:xfrm>
            <a:off x="121920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40" name="cover-fleet-map-cell-10-8">
            <a:extLst>
              <a:ext uri="{FF2B5EF4-FFF2-40B4-BE49-F238E27FC236}">
                <a16:creationId xmlns:a16="http://schemas.microsoft.com/office/drawing/2014/main" id="{A1C6C3ED-E36F-477E-BBFB-FC05DB86497B}"/>
              </a:ext>
            </a:extLst>
          </p:cNvPr>
          <p:cNvSpPr>
            <a:spLocks noGrp="1"/>
          </p:cNvSpPr>
          <p:nvPr/>
        </p:nvSpPr>
        <p:spPr>
          <a:xfrm>
            <a:off x="124587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41" name="cover-fleet-map-cell-10-9">
            <a:extLst>
              <a:ext uri="{FF2B5EF4-FFF2-40B4-BE49-F238E27FC236}">
                <a16:creationId xmlns:a16="http://schemas.microsoft.com/office/drawing/2014/main" id="{EDEDD099-8110-432A-837A-3B54CF13D46E}"/>
              </a:ext>
            </a:extLst>
          </p:cNvPr>
          <p:cNvSpPr>
            <a:spLocks noGrp="1"/>
          </p:cNvSpPr>
          <p:nvPr/>
        </p:nvSpPr>
        <p:spPr>
          <a:xfrm>
            <a:off x="127254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42" name="cover-fleet-map-cell-10-10">
            <a:extLst>
              <a:ext uri="{FF2B5EF4-FFF2-40B4-BE49-F238E27FC236}">
                <a16:creationId xmlns:a16="http://schemas.microsoft.com/office/drawing/2014/main" id="{00ED51A2-7901-4B4D-AFAD-81FCE8968E16}"/>
              </a:ext>
            </a:extLst>
          </p:cNvPr>
          <p:cNvSpPr>
            <a:spLocks noGrp="1"/>
          </p:cNvSpPr>
          <p:nvPr/>
        </p:nvSpPr>
        <p:spPr>
          <a:xfrm>
            <a:off x="129921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43" name="cover-fleet-map-cell-10-11">
            <a:extLst>
              <a:ext uri="{FF2B5EF4-FFF2-40B4-BE49-F238E27FC236}">
                <a16:creationId xmlns:a16="http://schemas.microsoft.com/office/drawing/2014/main" id="{91B288C8-E182-40F2-97CC-970C309E5755}"/>
              </a:ext>
            </a:extLst>
          </p:cNvPr>
          <p:cNvSpPr>
            <a:spLocks noGrp="1"/>
          </p:cNvSpPr>
          <p:nvPr/>
        </p:nvSpPr>
        <p:spPr>
          <a:xfrm>
            <a:off x="132588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44" name="cover-fleet-map-cell-10-12">
            <a:extLst>
              <a:ext uri="{FF2B5EF4-FFF2-40B4-BE49-F238E27FC236}">
                <a16:creationId xmlns:a16="http://schemas.microsoft.com/office/drawing/2014/main" id="{B3FDDEC3-5DA2-48E7-809B-EB92F73E3498}"/>
              </a:ext>
            </a:extLst>
          </p:cNvPr>
          <p:cNvSpPr>
            <a:spLocks noGrp="1"/>
          </p:cNvSpPr>
          <p:nvPr/>
        </p:nvSpPr>
        <p:spPr>
          <a:xfrm>
            <a:off x="135255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45" name="cover-fleet-map-cell-10-13">
            <a:extLst>
              <a:ext uri="{FF2B5EF4-FFF2-40B4-BE49-F238E27FC236}">
                <a16:creationId xmlns:a16="http://schemas.microsoft.com/office/drawing/2014/main" id="{890FEE3E-88AF-47FD-8DA7-970E6CDA4758}"/>
              </a:ext>
            </a:extLst>
          </p:cNvPr>
          <p:cNvSpPr>
            <a:spLocks noGrp="1"/>
          </p:cNvSpPr>
          <p:nvPr/>
        </p:nvSpPr>
        <p:spPr>
          <a:xfrm>
            <a:off x="137922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46" name="cover-fleet-map-cell-10-14">
            <a:extLst>
              <a:ext uri="{FF2B5EF4-FFF2-40B4-BE49-F238E27FC236}">
                <a16:creationId xmlns:a16="http://schemas.microsoft.com/office/drawing/2014/main" id="{BE27D52E-C59D-47A0-8392-A261C223F2D1}"/>
              </a:ext>
            </a:extLst>
          </p:cNvPr>
          <p:cNvSpPr>
            <a:spLocks noGrp="1"/>
          </p:cNvSpPr>
          <p:nvPr/>
        </p:nvSpPr>
        <p:spPr>
          <a:xfrm>
            <a:off x="140589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47" name="cover-fleet-map-cell-10-15">
            <a:extLst>
              <a:ext uri="{FF2B5EF4-FFF2-40B4-BE49-F238E27FC236}">
                <a16:creationId xmlns:a16="http://schemas.microsoft.com/office/drawing/2014/main" id="{22D7992B-7E6F-49A8-8996-85606E25516F}"/>
              </a:ext>
            </a:extLst>
          </p:cNvPr>
          <p:cNvSpPr>
            <a:spLocks noGrp="1"/>
          </p:cNvSpPr>
          <p:nvPr/>
        </p:nvSpPr>
        <p:spPr>
          <a:xfrm>
            <a:off x="143256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48" name="cover-fleet-map-cell-10-16">
            <a:extLst>
              <a:ext uri="{FF2B5EF4-FFF2-40B4-BE49-F238E27FC236}">
                <a16:creationId xmlns:a16="http://schemas.microsoft.com/office/drawing/2014/main" id="{0651095A-6C0F-4BF8-AF20-D986AB45F1BF}"/>
              </a:ext>
            </a:extLst>
          </p:cNvPr>
          <p:cNvSpPr>
            <a:spLocks noGrp="1"/>
          </p:cNvSpPr>
          <p:nvPr/>
        </p:nvSpPr>
        <p:spPr>
          <a:xfrm>
            <a:off x="145923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49" name="cover-fleet-map-cell-10-17">
            <a:extLst>
              <a:ext uri="{FF2B5EF4-FFF2-40B4-BE49-F238E27FC236}">
                <a16:creationId xmlns:a16="http://schemas.microsoft.com/office/drawing/2014/main" id="{D446552D-2061-4BBD-AA77-BA1ADDAFD888}"/>
              </a:ext>
            </a:extLst>
          </p:cNvPr>
          <p:cNvSpPr>
            <a:spLocks noGrp="1"/>
          </p:cNvSpPr>
          <p:nvPr/>
        </p:nvSpPr>
        <p:spPr>
          <a:xfrm>
            <a:off x="148590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50" name="cover-fleet-map-cell-10-18">
            <a:extLst>
              <a:ext uri="{FF2B5EF4-FFF2-40B4-BE49-F238E27FC236}">
                <a16:creationId xmlns:a16="http://schemas.microsoft.com/office/drawing/2014/main" id="{70EFD9BB-774E-4465-ACE1-7B1C09C0125F}"/>
              </a:ext>
            </a:extLst>
          </p:cNvPr>
          <p:cNvSpPr>
            <a:spLocks noGrp="1"/>
          </p:cNvSpPr>
          <p:nvPr/>
        </p:nvSpPr>
        <p:spPr>
          <a:xfrm>
            <a:off x="151257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1" name="cover-fleet-map-cell-10-19">
            <a:extLst>
              <a:ext uri="{FF2B5EF4-FFF2-40B4-BE49-F238E27FC236}">
                <a16:creationId xmlns:a16="http://schemas.microsoft.com/office/drawing/2014/main" id="{6DCD1994-FB76-4DAB-8675-8439A72E940D}"/>
              </a:ext>
            </a:extLst>
          </p:cNvPr>
          <p:cNvSpPr>
            <a:spLocks noGrp="1"/>
          </p:cNvSpPr>
          <p:nvPr/>
        </p:nvSpPr>
        <p:spPr>
          <a:xfrm>
            <a:off x="153924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52" name="cover-fleet-map-cell-10-20">
            <a:extLst>
              <a:ext uri="{FF2B5EF4-FFF2-40B4-BE49-F238E27FC236}">
                <a16:creationId xmlns:a16="http://schemas.microsoft.com/office/drawing/2014/main" id="{FA74FD7C-BBDC-48E3-A816-6B03FF94C696}"/>
              </a:ext>
            </a:extLst>
          </p:cNvPr>
          <p:cNvSpPr>
            <a:spLocks noGrp="1"/>
          </p:cNvSpPr>
          <p:nvPr/>
        </p:nvSpPr>
        <p:spPr>
          <a:xfrm>
            <a:off x="156591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3" name="cover-fleet-map-cell-10-21">
            <a:extLst>
              <a:ext uri="{FF2B5EF4-FFF2-40B4-BE49-F238E27FC236}">
                <a16:creationId xmlns:a16="http://schemas.microsoft.com/office/drawing/2014/main" id="{F990BA6A-014F-4AAA-8D7D-FA0EE7ED5ED3}"/>
              </a:ext>
            </a:extLst>
          </p:cNvPr>
          <p:cNvSpPr>
            <a:spLocks noGrp="1"/>
          </p:cNvSpPr>
          <p:nvPr/>
        </p:nvSpPr>
        <p:spPr>
          <a:xfrm>
            <a:off x="15925800" y="57912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54" name="cover-fleet-map-cell-11-0">
            <a:extLst>
              <a:ext uri="{FF2B5EF4-FFF2-40B4-BE49-F238E27FC236}">
                <a16:creationId xmlns:a16="http://schemas.microsoft.com/office/drawing/2014/main" id="{A825F589-7D15-4D0D-8E69-7562AF733440}"/>
              </a:ext>
            </a:extLst>
          </p:cNvPr>
          <p:cNvSpPr>
            <a:spLocks noGrp="1"/>
          </p:cNvSpPr>
          <p:nvPr/>
        </p:nvSpPr>
        <p:spPr>
          <a:xfrm>
            <a:off x="103251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5" name="cover-fleet-map-cell-11-1">
            <a:extLst>
              <a:ext uri="{FF2B5EF4-FFF2-40B4-BE49-F238E27FC236}">
                <a16:creationId xmlns:a16="http://schemas.microsoft.com/office/drawing/2014/main" id="{AC2FC5F5-7601-42C7-B9C3-49497B7D060E}"/>
              </a:ext>
            </a:extLst>
          </p:cNvPr>
          <p:cNvSpPr>
            <a:spLocks noGrp="1"/>
          </p:cNvSpPr>
          <p:nvPr/>
        </p:nvSpPr>
        <p:spPr>
          <a:xfrm>
            <a:off x="105918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6" name="cover-fleet-map-cell-11-2">
            <a:extLst>
              <a:ext uri="{FF2B5EF4-FFF2-40B4-BE49-F238E27FC236}">
                <a16:creationId xmlns:a16="http://schemas.microsoft.com/office/drawing/2014/main" id="{C427DA42-C0A5-492A-9FA3-E2BDE98D9EE5}"/>
              </a:ext>
            </a:extLst>
          </p:cNvPr>
          <p:cNvSpPr>
            <a:spLocks noGrp="1"/>
          </p:cNvSpPr>
          <p:nvPr/>
        </p:nvSpPr>
        <p:spPr>
          <a:xfrm>
            <a:off x="108585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57" name="cover-fleet-map-cell-11-3">
            <a:extLst>
              <a:ext uri="{FF2B5EF4-FFF2-40B4-BE49-F238E27FC236}">
                <a16:creationId xmlns:a16="http://schemas.microsoft.com/office/drawing/2014/main" id="{F429344C-1E2D-4990-B121-B79C646F2D1C}"/>
              </a:ext>
            </a:extLst>
          </p:cNvPr>
          <p:cNvSpPr>
            <a:spLocks noGrp="1"/>
          </p:cNvSpPr>
          <p:nvPr/>
        </p:nvSpPr>
        <p:spPr>
          <a:xfrm>
            <a:off x="111252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8" name="cover-fleet-map-cell-11-4">
            <a:extLst>
              <a:ext uri="{FF2B5EF4-FFF2-40B4-BE49-F238E27FC236}">
                <a16:creationId xmlns:a16="http://schemas.microsoft.com/office/drawing/2014/main" id="{63EDAFDB-413B-4BD6-B4F9-E4541339169F}"/>
              </a:ext>
            </a:extLst>
          </p:cNvPr>
          <p:cNvSpPr>
            <a:spLocks noGrp="1"/>
          </p:cNvSpPr>
          <p:nvPr/>
        </p:nvSpPr>
        <p:spPr>
          <a:xfrm>
            <a:off x="113919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59" name="cover-fleet-map-cell-11-5">
            <a:extLst>
              <a:ext uri="{FF2B5EF4-FFF2-40B4-BE49-F238E27FC236}">
                <a16:creationId xmlns:a16="http://schemas.microsoft.com/office/drawing/2014/main" id="{B1214B23-608F-4C50-B1F0-EA6A817F7D40}"/>
              </a:ext>
            </a:extLst>
          </p:cNvPr>
          <p:cNvSpPr>
            <a:spLocks noGrp="1"/>
          </p:cNvSpPr>
          <p:nvPr/>
        </p:nvSpPr>
        <p:spPr>
          <a:xfrm>
            <a:off x="116586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0" name="cover-fleet-map-cell-11-6">
            <a:extLst>
              <a:ext uri="{FF2B5EF4-FFF2-40B4-BE49-F238E27FC236}">
                <a16:creationId xmlns:a16="http://schemas.microsoft.com/office/drawing/2014/main" id="{4286CD51-F54D-4626-95EB-860E46887BAA}"/>
              </a:ext>
            </a:extLst>
          </p:cNvPr>
          <p:cNvSpPr>
            <a:spLocks noGrp="1"/>
          </p:cNvSpPr>
          <p:nvPr/>
        </p:nvSpPr>
        <p:spPr>
          <a:xfrm>
            <a:off x="119253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61" name="cover-fleet-map-cell-11-7">
            <a:extLst>
              <a:ext uri="{FF2B5EF4-FFF2-40B4-BE49-F238E27FC236}">
                <a16:creationId xmlns:a16="http://schemas.microsoft.com/office/drawing/2014/main" id="{320083EB-2856-4F5F-8079-6F7BAFC8F263}"/>
              </a:ext>
            </a:extLst>
          </p:cNvPr>
          <p:cNvSpPr>
            <a:spLocks noGrp="1"/>
          </p:cNvSpPr>
          <p:nvPr/>
        </p:nvSpPr>
        <p:spPr>
          <a:xfrm>
            <a:off x="121920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2" name="cover-fleet-map-cell-11-8">
            <a:extLst>
              <a:ext uri="{FF2B5EF4-FFF2-40B4-BE49-F238E27FC236}">
                <a16:creationId xmlns:a16="http://schemas.microsoft.com/office/drawing/2014/main" id="{998401FC-CD61-47BA-BC43-971A363F6C88}"/>
              </a:ext>
            </a:extLst>
          </p:cNvPr>
          <p:cNvSpPr>
            <a:spLocks noGrp="1"/>
          </p:cNvSpPr>
          <p:nvPr/>
        </p:nvSpPr>
        <p:spPr>
          <a:xfrm>
            <a:off x="124587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3" name="cover-fleet-map-cell-11-9">
            <a:extLst>
              <a:ext uri="{FF2B5EF4-FFF2-40B4-BE49-F238E27FC236}">
                <a16:creationId xmlns:a16="http://schemas.microsoft.com/office/drawing/2014/main" id="{DB5F0B79-6130-4619-A929-FEC3B4805119}"/>
              </a:ext>
            </a:extLst>
          </p:cNvPr>
          <p:cNvSpPr>
            <a:spLocks noGrp="1"/>
          </p:cNvSpPr>
          <p:nvPr/>
        </p:nvSpPr>
        <p:spPr>
          <a:xfrm>
            <a:off x="127254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4" name="cover-fleet-map-cell-11-10">
            <a:extLst>
              <a:ext uri="{FF2B5EF4-FFF2-40B4-BE49-F238E27FC236}">
                <a16:creationId xmlns:a16="http://schemas.microsoft.com/office/drawing/2014/main" id="{147374E9-2996-4EFB-871A-309A731F3D00}"/>
              </a:ext>
            </a:extLst>
          </p:cNvPr>
          <p:cNvSpPr>
            <a:spLocks noGrp="1"/>
          </p:cNvSpPr>
          <p:nvPr/>
        </p:nvSpPr>
        <p:spPr>
          <a:xfrm>
            <a:off x="129921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65" name="cover-fleet-map-cell-11-11">
            <a:extLst>
              <a:ext uri="{FF2B5EF4-FFF2-40B4-BE49-F238E27FC236}">
                <a16:creationId xmlns:a16="http://schemas.microsoft.com/office/drawing/2014/main" id="{192FF423-DCF2-48F0-B1E3-F6C23642EA8D}"/>
              </a:ext>
            </a:extLst>
          </p:cNvPr>
          <p:cNvSpPr>
            <a:spLocks noGrp="1"/>
          </p:cNvSpPr>
          <p:nvPr/>
        </p:nvSpPr>
        <p:spPr>
          <a:xfrm>
            <a:off x="132588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6" name="cover-fleet-map-cell-11-12">
            <a:extLst>
              <a:ext uri="{FF2B5EF4-FFF2-40B4-BE49-F238E27FC236}">
                <a16:creationId xmlns:a16="http://schemas.microsoft.com/office/drawing/2014/main" id="{FFF3701B-C60C-4583-A760-C03FD4757993}"/>
              </a:ext>
            </a:extLst>
          </p:cNvPr>
          <p:cNvSpPr>
            <a:spLocks noGrp="1"/>
          </p:cNvSpPr>
          <p:nvPr/>
        </p:nvSpPr>
        <p:spPr>
          <a:xfrm>
            <a:off x="135255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7" name="cover-fleet-map-cell-11-13">
            <a:extLst>
              <a:ext uri="{FF2B5EF4-FFF2-40B4-BE49-F238E27FC236}">
                <a16:creationId xmlns:a16="http://schemas.microsoft.com/office/drawing/2014/main" id="{5DA197E5-1EE9-48FF-8310-5A452A9F72E3}"/>
              </a:ext>
            </a:extLst>
          </p:cNvPr>
          <p:cNvSpPr>
            <a:spLocks noGrp="1"/>
          </p:cNvSpPr>
          <p:nvPr/>
        </p:nvSpPr>
        <p:spPr>
          <a:xfrm>
            <a:off x="137922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68" name="cover-fleet-map-cell-11-14">
            <a:extLst>
              <a:ext uri="{FF2B5EF4-FFF2-40B4-BE49-F238E27FC236}">
                <a16:creationId xmlns:a16="http://schemas.microsoft.com/office/drawing/2014/main" id="{EB95EFFD-1C92-49C2-B2C3-B98D80705905}"/>
              </a:ext>
            </a:extLst>
          </p:cNvPr>
          <p:cNvSpPr>
            <a:spLocks noGrp="1"/>
          </p:cNvSpPr>
          <p:nvPr/>
        </p:nvSpPr>
        <p:spPr>
          <a:xfrm>
            <a:off x="140589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69" name="cover-fleet-map-cell-11-15">
            <a:extLst>
              <a:ext uri="{FF2B5EF4-FFF2-40B4-BE49-F238E27FC236}">
                <a16:creationId xmlns:a16="http://schemas.microsoft.com/office/drawing/2014/main" id="{4888DD2E-A6E9-4C54-94D6-9FF5A4C76F95}"/>
              </a:ext>
            </a:extLst>
          </p:cNvPr>
          <p:cNvSpPr>
            <a:spLocks noGrp="1"/>
          </p:cNvSpPr>
          <p:nvPr/>
        </p:nvSpPr>
        <p:spPr>
          <a:xfrm>
            <a:off x="143256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0" name="cover-fleet-map-cell-11-16">
            <a:extLst>
              <a:ext uri="{FF2B5EF4-FFF2-40B4-BE49-F238E27FC236}">
                <a16:creationId xmlns:a16="http://schemas.microsoft.com/office/drawing/2014/main" id="{26836C6F-C99A-4A8C-9C8A-31F890EB900B}"/>
              </a:ext>
            </a:extLst>
          </p:cNvPr>
          <p:cNvSpPr>
            <a:spLocks noGrp="1"/>
          </p:cNvSpPr>
          <p:nvPr/>
        </p:nvSpPr>
        <p:spPr>
          <a:xfrm>
            <a:off x="145923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1" name="cover-fleet-map-cell-11-17">
            <a:extLst>
              <a:ext uri="{FF2B5EF4-FFF2-40B4-BE49-F238E27FC236}">
                <a16:creationId xmlns:a16="http://schemas.microsoft.com/office/drawing/2014/main" id="{D2120603-5CD4-4F35-BF63-D646A77DB227}"/>
              </a:ext>
            </a:extLst>
          </p:cNvPr>
          <p:cNvSpPr>
            <a:spLocks noGrp="1"/>
          </p:cNvSpPr>
          <p:nvPr/>
        </p:nvSpPr>
        <p:spPr>
          <a:xfrm>
            <a:off x="148590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2" name="cover-fleet-map-cell-11-18">
            <a:extLst>
              <a:ext uri="{FF2B5EF4-FFF2-40B4-BE49-F238E27FC236}">
                <a16:creationId xmlns:a16="http://schemas.microsoft.com/office/drawing/2014/main" id="{485A11CA-0E5B-4C10-A7B3-942273451CC8}"/>
              </a:ext>
            </a:extLst>
          </p:cNvPr>
          <p:cNvSpPr>
            <a:spLocks noGrp="1"/>
          </p:cNvSpPr>
          <p:nvPr/>
        </p:nvSpPr>
        <p:spPr>
          <a:xfrm>
            <a:off x="151257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73" name="cover-fleet-map-cell-11-19">
            <a:extLst>
              <a:ext uri="{FF2B5EF4-FFF2-40B4-BE49-F238E27FC236}">
                <a16:creationId xmlns:a16="http://schemas.microsoft.com/office/drawing/2014/main" id="{2FA42A73-F44F-4E32-8C08-E4F8C6B07AD7}"/>
              </a:ext>
            </a:extLst>
          </p:cNvPr>
          <p:cNvSpPr>
            <a:spLocks noGrp="1"/>
          </p:cNvSpPr>
          <p:nvPr/>
        </p:nvSpPr>
        <p:spPr>
          <a:xfrm>
            <a:off x="153924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4" name="cover-fleet-map-cell-11-20">
            <a:extLst>
              <a:ext uri="{FF2B5EF4-FFF2-40B4-BE49-F238E27FC236}">
                <a16:creationId xmlns:a16="http://schemas.microsoft.com/office/drawing/2014/main" id="{B90B6AE6-CC37-42CB-A787-D0219DFE5739}"/>
              </a:ext>
            </a:extLst>
          </p:cNvPr>
          <p:cNvSpPr>
            <a:spLocks noGrp="1"/>
          </p:cNvSpPr>
          <p:nvPr/>
        </p:nvSpPr>
        <p:spPr>
          <a:xfrm>
            <a:off x="156591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5" name="cover-fleet-map-cell-11-21">
            <a:extLst>
              <a:ext uri="{FF2B5EF4-FFF2-40B4-BE49-F238E27FC236}">
                <a16:creationId xmlns:a16="http://schemas.microsoft.com/office/drawing/2014/main" id="{39823486-32E8-4050-A8DD-B61C381C5C33}"/>
              </a:ext>
            </a:extLst>
          </p:cNvPr>
          <p:cNvSpPr>
            <a:spLocks noGrp="1"/>
          </p:cNvSpPr>
          <p:nvPr/>
        </p:nvSpPr>
        <p:spPr>
          <a:xfrm>
            <a:off x="15925800" y="60579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6" name="cover-fleet-map-cell-12-0">
            <a:extLst>
              <a:ext uri="{FF2B5EF4-FFF2-40B4-BE49-F238E27FC236}">
                <a16:creationId xmlns:a16="http://schemas.microsoft.com/office/drawing/2014/main" id="{4D889E32-C6B6-4362-B276-A37A9410480B}"/>
              </a:ext>
            </a:extLst>
          </p:cNvPr>
          <p:cNvSpPr>
            <a:spLocks noGrp="1"/>
          </p:cNvSpPr>
          <p:nvPr/>
        </p:nvSpPr>
        <p:spPr>
          <a:xfrm>
            <a:off x="103251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7" name="cover-fleet-map-cell-12-1">
            <a:extLst>
              <a:ext uri="{FF2B5EF4-FFF2-40B4-BE49-F238E27FC236}">
                <a16:creationId xmlns:a16="http://schemas.microsoft.com/office/drawing/2014/main" id="{E0BECECF-23B1-4655-88DB-6334EFD217A6}"/>
              </a:ext>
            </a:extLst>
          </p:cNvPr>
          <p:cNvSpPr>
            <a:spLocks noGrp="1"/>
          </p:cNvSpPr>
          <p:nvPr/>
        </p:nvSpPr>
        <p:spPr>
          <a:xfrm>
            <a:off x="105918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78" name="cover-fleet-map-cell-12-2">
            <a:extLst>
              <a:ext uri="{FF2B5EF4-FFF2-40B4-BE49-F238E27FC236}">
                <a16:creationId xmlns:a16="http://schemas.microsoft.com/office/drawing/2014/main" id="{A68C9254-5C06-4987-B76B-90FFC2238F5E}"/>
              </a:ext>
            </a:extLst>
          </p:cNvPr>
          <p:cNvSpPr>
            <a:spLocks noGrp="1"/>
          </p:cNvSpPr>
          <p:nvPr/>
        </p:nvSpPr>
        <p:spPr>
          <a:xfrm>
            <a:off x="108585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79" name="cover-fleet-map-cell-12-3">
            <a:extLst>
              <a:ext uri="{FF2B5EF4-FFF2-40B4-BE49-F238E27FC236}">
                <a16:creationId xmlns:a16="http://schemas.microsoft.com/office/drawing/2014/main" id="{D21BDCFF-7CD4-4500-9489-70FDB42F2C68}"/>
              </a:ext>
            </a:extLst>
          </p:cNvPr>
          <p:cNvSpPr>
            <a:spLocks noGrp="1"/>
          </p:cNvSpPr>
          <p:nvPr/>
        </p:nvSpPr>
        <p:spPr>
          <a:xfrm>
            <a:off x="111252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0" name="cover-fleet-map-cell-12-4">
            <a:extLst>
              <a:ext uri="{FF2B5EF4-FFF2-40B4-BE49-F238E27FC236}">
                <a16:creationId xmlns:a16="http://schemas.microsoft.com/office/drawing/2014/main" id="{3BB705FA-E03D-4F82-A009-29C987DAEA49}"/>
              </a:ext>
            </a:extLst>
          </p:cNvPr>
          <p:cNvSpPr>
            <a:spLocks noGrp="1"/>
          </p:cNvSpPr>
          <p:nvPr/>
        </p:nvSpPr>
        <p:spPr>
          <a:xfrm>
            <a:off x="113919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1" name="cover-fleet-map-cell-12-5">
            <a:extLst>
              <a:ext uri="{FF2B5EF4-FFF2-40B4-BE49-F238E27FC236}">
                <a16:creationId xmlns:a16="http://schemas.microsoft.com/office/drawing/2014/main" id="{0DF81DEF-7E62-49C3-81AA-F79C5F01456D}"/>
              </a:ext>
            </a:extLst>
          </p:cNvPr>
          <p:cNvSpPr>
            <a:spLocks noGrp="1"/>
          </p:cNvSpPr>
          <p:nvPr/>
        </p:nvSpPr>
        <p:spPr>
          <a:xfrm>
            <a:off x="116586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2" name="cover-fleet-map-cell-12-6">
            <a:extLst>
              <a:ext uri="{FF2B5EF4-FFF2-40B4-BE49-F238E27FC236}">
                <a16:creationId xmlns:a16="http://schemas.microsoft.com/office/drawing/2014/main" id="{DAC298BC-EC5F-4F69-ADDD-2191885EB123}"/>
              </a:ext>
            </a:extLst>
          </p:cNvPr>
          <p:cNvSpPr>
            <a:spLocks noGrp="1"/>
          </p:cNvSpPr>
          <p:nvPr/>
        </p:nvSpPr>
        <p:spPr>
          <a:xfrm>
            <a:off x="119253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83" name="cover-fleet-map-cell-12-7">
            <a:extLst>
              <a:ext uri="{FF2B5EF4-FFF2-40B4-BE49-F238E27FC236}">
                <a16:creationId xmlns:a16="http://schemas.microsoft.com/office/drawing/2014/main" id="{FA50C419-F4BD-45B9-A7EF-4E7C46813BB2}"/>
              </a:ext>
            </a:extLst>
          </p:cNvPr>
          <p:cNvSpPr>
            <a:spLocks noGrp="1"/>
          </p:cNvSpPr>
          <p:nvPr/>
        </p:nvSpPr>
        <p:spPr>
          <a:xfrm>
            <a:off x="121920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4" name="cover-fleet-map-cell-12-8">
            <a:extLst>
              <a:ext uri="{FF2B5EF4-FFF2-40B4-BE49-F238E27FC236}">
                <a16:creationId xmlns:a16="http://schemas.microsoft.com/office/drawing/2014/main" id="{A57E15E3-A2EC-4463-A6B9-6CAD6956CC8A}"/>
              </a:ext>
            </a:extLst>
          </p:cNvPr>
          <p:cNvSpPr>
            <a:spLocks noGrp="1"/>
          </p:cNvSpPr>
          <p:nvPr/>
        </p:nvSpPr>
        <p:spPr>
          <a:xfrm>
            <a:off x="124587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5" name="cover-fleet-map-cell-12-9">
            <a:extLst>
              <a:ext uri="{FF2B5EF4-FFF2-40B4-BE49-F238E27FC236}">
                <a16:creationId xmlns:a16="http://schemas.microsoft.com/office/drawing/2014/main" id="{11004D82-01E3-4BA0-8B09-DA9C733029D9}"/>
              </a:ext>
            </a:extLst>
          </p:cNvPr>
          <p:cNvSpPr>
            <a:spLocks noGrp="1"/>
          </p:cNvSpPr>
          <p:nvPr/>
        </p:nvSpPr>
        <p:spPr>
          <a:xfrm>
            <a:off x="127254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6" name="cover-fleet-map-cell-12-10">
            <a:extLst>
              <a:ext uri="{FF2B5EF4-FFF2-40B4-BE49-F238E27FC236}">
                <a16:creationId xmlns:a16="http://schemas.microsoft.com/office/drawing/2014/main" id="{FA8743C9-F39C-4DE2-8C70-CF02584618E2}"/>
              </a:ext>
            </a:extLst>
          </p:cNvPr>
          <p:cNvSpPr>
            <a:spLocks noGrp="1"/>
          </p:cNvSpPr>
          <p:nvPr/>
        </p:nvSpPr>
        <p:spPr>
          <a:xfrm>
            <a:off x="129921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87" name="cover-fleet-map-cell-12-11">
            <a:extLst>
              <a:ext uri="{FF2B5EF4-FFF2-40B4-BE49-F238E27FC236}">
                <a16:creationId xmlns:a16="http://schemas.microsoft.com/office/drawing/2014/main" id="{281CE248-D521-40F4-B0C2-6EB59FCEAE06}"/>
              </a:ext>
            </a:extLst>
          </p:cNvPr>
          <p:cNvSpPr>
            <a:spLocks noGrp="1"/>
          </p:cNvSpPr>
          <p:nvPr/>
        </p:nvSpPr>
        <p:spPr>
          <a:xfrm>
            <a:off x="132588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8" name="cover-fleet-map-cell-12-12">
            <a:extLst>
              <a:ext uri="{FF2B5EF4-FFF2-40B4-BE49-F238E27FC236}">
                <a16:creationId xmlns:a16="http://schemas.microsoft.com/office/drawing/2014/main" id="{9F92716A-E315-4FBC-8971-8B1C4E6FA626}"/>
              </a:ext>
            </a:extLst>
          </p:cNvPr>
          <p:cNvSpPr>
            <a:spLocks noGrp="1"/>
          </p:cNvSpPr>
          <p:nvPr/>
        </p:nvSpPr>
        <p:spPr>
          <a:xfrm>
            <a:off x="135255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89" name="cover-fleet-map-cell-12-13">
            <a:extLst>
              <a:ext uri="{FF2B5EF4-FFF2-40B4-BE49-F238E27FC236}">
                <a16:creationId xmlns:a16="http://schemas.microsoft.com/office/drawing/2014/main" id="{34D8E245-4382-47FE-AD42-624D09278F1B}"/>
              </a:ext>
            </a:extLst>
          </p:cNvPr>
          <p:cNvSpPr>
            <a:spLocks noGrp="1"/>
          </p:cNvSpPr>
          <p:nvPr/>
        </p:nvSpPr>
        <p:spPr>
          <a:xfrm>
            <a:off x="137922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0" name="cover-fleet-map-cell-12-14">
            <a:extLst>
              <a:ext uri="{FF2B5EF4-FFF2-40B4-BE49-F238E27FC236}">
                <a16:creationId xmlns:a16="http://schemas.microsoft.com/office/drawing/2014/main" id="{22D2E2FD-03B0-4403-80D6-5F4396DDE7BD}"/>
              </a:ext>
            </a:extLst>
          </p:cNvPr>
          <p:cNvSpPr>
            <a:spLocks noGrp="1"/>
          </p:cNvSpPr>
          <p:nvPr/>
        </p:nvSpPr>
        <p:spPr>
          <a:xfrm>
            <a:off x="140589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91" name="cover-fleet-map-cell-12-15">
            <a:extLst>
              <a:ext uri="{FF2B5EF4-FFF2-40B4-BE49-F238E27FC236}">
                <a16:creationId xmlns:a16="http://schemas.microsoft.com/office/drawing/2014/main" id="{69B4640F-199A-47C3-ADC5-E4DFB74A8EAD}"/>
              </a:ext>
            </a:extLst>
          </p:cNvPr>
          <p:cNvSpPr>
            <a:spLocks noGrp="1"/>
          </p:cNvSpPr>
          <p:nvPr/>
        </p:nvSpPr>
        <p:spPr>
          <a:xfrm>
            <a:off x="143256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2" name="cover-fleet-map-cell-12-16">
            <a:extLst>
              <a:ext uri="{FF2B5EF4-FFF2-40B4-BE49-F238E27FC236}">
                <a16:creationId xmlns:a16="http://schemas.microsoft.com/office/drawing/2014/main" id="{F99D53D7-30CF-417F-A2E6-2F5D0DCC33C6}"/>
              </a:ext>
            </a:extLst>
          </p:cNvPr>
          <p:cNvSpPr>
            <a:spLocks noGrp="1"/>
          </p:cNvSpPr>
          <p:nvPr/>
        </p:nvSpPr>
        <p:spPr>
          <a:xfrm>
            <a:off x="145923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3" name="cover-fleet-map-cell-12-17">
            <a:extLst>
              <a:ext uri="{FF2B5EF4-FFF2-40B4-BE49-F238E27FC236}">
                <a16:creationId xmlns:a16="http://schemas.microsoft.com/office/drawing/2014/main" id="{808E3A8B-1205-42D5-B8EA-61759A6438CF}"/>
              </a:ext>
            </a:extLst>
          </p:cNvPr>
          <p:cNvSpPr>
            <a:spLocks noGrp="1"/>
          </p:cNvSpPr>
          <p:nvPr/>
        </p:nvSpPr>
        <p:spPr>
          <a:xfrm>
            <a:off x="148590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4" name="cover-fleet-map-cell-12-18">
            <a:extLst>
              <a:ext uri="{FF2B5EF4-FFF2-40B4-BE49-F238E27FC236}">
                <a16:creationId xmlns:a16="http://schemas.microsoft.com/office/drawing/2014/main" id="{262D2B63-A6C3-4A02-BE39-205F9D10E0AE}"/>
              </a:ext>
            </a:extLst>
          </p:cNvPr>
          <p:cNvSpPr>
            <a:spLocks noGrp="1"/>
          </p:cNvSpPr>
          <p:nvPr/>
        </p:nvSpPr>
        <p:spPr>
          <a:xfrm>
            <a:off x="151257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D5B53"/>
          </a:solidFill>
        </p:spPr>
        <p:txBody>
          <a:bodyPr/>
          <a:lstStyle/>
          <a:p>
            <a:endParaRPr lang="en-AU"/>
          </a:p>
        </p:txBody>
      </p:sp>
      <p:sp>
        <p:nvSpPr>
          <p:cNvPr id="295" name="cover-fleet-map-cell-12-19">
            <a:extLst>
              <a:ext uri="{FF2B5EF4-FFF2-40B4-BE49-F238E27FC236}">
                <a16:creationId xmlns:a16="http://schemas.microsoft.com/office/drawing/2014/main" id="{EE65047F-EB08-4C3A-81F4-506FD7AA7F78}"/>
              </a:ext>
            </a:extLst>
          </p:cNvPr>
          <p:cNvSpPr>
            <a:spLocks noGrp="1"/>
          </p:cNvSpPr>
          <p:nvPr/>
        </p:nvSpPr>
        <p:spPr>
          <a:xfrm>
            <a:off x="153924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6" name="cover-fleet-map-cell-12-20">
            <a:extLst>
              <a:ext uri="{FF2B5EF4-FFF2-40B4-BE49-F238E27FC236}">
                <a16:creationId xmlns:a16="http://schemas.microsoft.com/office/drawing/2014/main" id="{4F62CE38-D890-4C5A-B3A3-902FEC14BFE8}"/>
              </a:ext>
            </a:extLst>
          </p:cNvPr>
          <p:cNvSpPr>
            <a:spLocks noGrp="1"/>
          </p:cNvSpPr>
          <p:nvPr/>
        </p:nvSpPr>
        <p:spPr>
          <a:xfrm>
            <a:off x="156591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7" name="cover-fleet-map-cell-12-21">
            <a:extLst>
              <a:ext uri="{FF2B5EF4-FFF2-40B4-BE49-F238E27FC236}">
                <a16:creationId xmlns:a16="http://schemas.microsoft.com/office/drawing/2014/main" id="{20B38043-697B-4E0B-B4BD-B77445A97426}"/>
              </a:ext>
            </a:extLst>
          </p:cNvPr>
          <p:cNvSpPr>
            <a:spLocks noGrp="1"/>
          </p:cNvSpPr>
          <p:nvPr/>
        </p:nvSpPr>
        <p:spPr>
          <a:xfrm>
            <a:off x="15925800" y="6324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8" name="legend-healthy-dot">
            <a:extLst>
              <a:ext uri="{FF2B5EF4-FFF2-40B4-BE49-F238E27FC236}">
                <a16:creationId xmlns:a16="http://schemas.microsoft.com/office/drawing/2014/main" id="{52663C97-497B-494E-B60E-2716CDBCC7F1}"/>
              </a:ext>
            </a:extLst>
          </p:cNvPr>
          <p:cNvSpPr>
            <a:spLocks noGrp="1"/>
          </p:cNvSpPr>
          <p:nvPr/>
        </p:nvSpPr>
        <p:spPr>
          <a:xfrm>
            <a:off x="11944350" y="68961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99" name="legend-healthy-text">
            <a:extLst>
              <a:ext uri="{FF2B5EF4-FFF2-40B4-BE49-F238E27FC236}">
                <a16:creationId xmlns:a16="http://schemas.microsoft.com/office/drawing/2014/main" id="{2603E4CB-F5B6-4DDD-AA93-32988611DFBE}"/>
              </a:ext>
            </a:extLst>
          </p:cNvPr>
          <p:cNvSpPr>
            <a:spLocks noGrp="1"/>
          </p:cNvSpPr>
          <p:nvPr/>
        </p:nvSpPr>
        <p:spPr>
          <a:xfrm>
            <a:off x="12147550" y="6915150"/>
            <a:ext cx="4953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91A3B6"/>
                </a:solidFill>
              </a:defRPr>
            </a:pPr>
            <a:r>
              <a:rPr sz="1275" dirty="0">
                <a:solidFill>
                  <a:srgbClr val="91A3B6"/>
                </a:solidFill>
              </a:rPr>
              <a:t>healthy</a:t>
            </a:r>
          </a:p>
        </p:txBody>
      </p:sp>
      <p:sp>
        <p:nvSpPr>
          <p:cNvPr id="300" name="legend-warning-dot">
            <a:extLst>
              <a:ext uri="{FF2B5EF4-FFF2-40B4-BE49-F238E27FC236}">
                <a16:creationId xmlns:a16="http://schemas.microsoft.com/office/drawing/2014/main" id="{1C44822B-F245-4B0A-8E3C-AE98AA06441C}"/>
              </a:ext>
            </a:extLst>
          </p:cNvPr>
          <p:cNvSpPr>
            <a:spLocks noGrp="1"/>
          </p:cNvSpPr>
          <p:nvPr/>
        </p:nvSpPr>
        <p:spPr>
          <a:xfrm>
            <a:off x="12877800" y="68961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301" name="legend-warning-text">
            <a:extLst>
              <a:ext uri="{FF2B5EF4-FFF2-40B4-BE49-F238E27FC236}">
                <a16:creationId xmlns:a16="http://schemas.microsoft.com/office/drawing/2014/main" id="{683CDC46-8BCE-434F-A685-DEF26F0326FF}"/>
              </a:ext>
            </a:extLst>
          </p:cNvPr>
          <p:cNvSpPr>
            <a:spLocks noGrp="1"/>
          </p:cNvSpPr>
          <p:nvPr/>
        </p:nvSpPr>
        <p:spPr>
          <a:xfrm>
            <a:off x="13087350" y="6858000"/>
            <a:ext cx="533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91A3B6"/>
                </a:solidFill>
              </a:defRPr>
            </a:pPr>
            <a:r>
              <a:rPr sz="1275">
                <a:solidFill>
                  <a:srgbClr val="91A3B6"/>
                </a:solidFill>
              </a:rPr>
              <a:t>warning</a:t>
            </a:r>
          </a:p>
        </p:txBody>
      </p:sp>
      <p:sp>
        <p:nvSpPr>
          <p:cNvPr id="302" name="legend-critical-dot">
            <a:extLst>
              <a:ext uri="{FF2B5EF4-FFF2-40B4-BE49-F238E27FC236}">
                <a16:creationId xmlns:a16="http://schemas.microsoft.com/office/drawing/2014/main" id="{79FFADF8-0433-4022-88DB-0BE35D77F5CF}"/>
              </a:ext>
            </a:extLst>
          </p:cNvPr>
          <p:cNvSpPr>
            <a:spLocks noGrp="1"/>
          </p:cNvSpPr>
          <p:nvPr/>
        </p:nvSpPr>
        <p:spPr>
          <a:xfrm>
            <a:off x="13849350" y="68961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303" name="legend-critical-text">
            <a:extLst>
              <a:ext uri="{FF2B5EF4-FFF2-40B4-BE49-F238E27FC236}">
                <a16:creationId xmlns:a16="http://schemas.microsoft.com/office/drawing/2014/main" id="{5A96BB7F-E7BF-4599-9B07-540D3C3A293E}"/>
              </a:ext>
            </a:extLst>
          </p:cNvPr>
          <p:cNvSpPr>
            <a:spLocks noGrp="1"/>
          </p:cNvSpPr>
          <p:nvPr/>
        </p:nvSpPr>
        <p:spPr>
          <a:xfrm>
            <a:off x="14058900" y="6858000"/>
            <a:ext cx="438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91A3B6"/>
                </a:solidFill>
              </a:defRPr>
            </a:pPr>
            <a:r>
              <a:rPr sz="1275">
                <a:solidFill>
                  <a:srgbClr val="91A3B6"/>
                </a:solidFill>
              </a:rPr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33204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why">
            <a:extLst>
              <a:ext uri="{FF2B5EF4-FFF2-40B4-BE49-F238E27FC236}">
                <a16:creationId xmlns:a16="http://schemas.microsoft.com/office/drawing/2014/main" id="{58E2A8EC-0861-422A-BF30-5175B16CC80A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THE PROBLEM</a:t>
            </a:r>
          </a:p>
        </p:txBody>
      </p:sp>
      <p:sp>
        <p:nvSpPr>
          <p:cNvPr id="2" name="slide-title-why">
            <a:extLst>
              <a:ext uri="{FF2B5EF4-FFF2-40B4-BE49-F238E27FC236}">
                <a16:creationId xmlns:a16="http://schemas.microsoft.com/office/drawing/2014/main" id="{0402825B-D865-4415-B995-9DC32DC2009F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Why Conductor exists</a:t>
            </a:r>
          </a:p>
        </p:txBody>
      </p:sp>
      <p:sp>
        <p:nvSpPr>
          <p:cNvPr id="3" name="why-hero-line">
            <a:extLst>
              <a:ext uri="{FF2B5EF4-FFF2-40B4-BE49-F238E27FC236}">
                <a16:creationId xmlns:a16="http://schemas.microsoft.com/office/drawing/2014/main" id="{A322AE5C-702E-4705-9894-8C94FB615639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1811000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rPr sz="5400" b="1">
                <a:solidFill>
                  <a:srgbClr val="F8FAFC"/>
                </a:solidFill>
              </a:rPr>
              <a:t>Symphony runs the work. Conductor runs the fleet.</a:t>
            </a:r>
          </a:p>
        </p:txBody>
      </p:sp>
      <p:sp>
        <p:nvSpPr>
          <p:cNvPr id="4" name="why-hero-support">
            <a:extLst>
              <a:ext uri="{FF2B5EF4-FFF2-40B4-BE49-F238E27FC236}">
                <a16:creationId xmlns:a16="http://schemas.microsoft.com/office/drawing/2014/main" id="{62B65160-4C4F-4C5B-AACA-DAAECE549222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103441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91A3B6"/>
                </a:solidFill>
              </a:defRPr>
            </a:pPr>
            <a:r>
              <a:rPr sz="2250">
                <a:solidFill>
                  <a:srgbClr val="91A3B6"/>
                </a:solidFill>
              </a:rPr>
              <a:t>The important shift is not another agent. It is the operating view over every agent already moving software forward.</a:t>
            </a:r>
          </a:p>
        </p:txBody>
      </p:sp>
      <p:sp>
        <p:nvSpPr>
          <p:cNvPr id="5" name="why-repos-rule">
            <a:extLst>
              <a:ext uri="{FF2B5EF4-FFF2-40B4-BE49-F238E27FC236}">
                <a16:creationId xmlns:a16="http://schemas.microsoft.com/office/drawing/2014/main" id="{52A3328E-8AA7-4E8B-99D4-0ED50F96AE56}"/>
              </a:ext>
            </a:extLst>
          </p:cNvPr>
          <p:cNvSpPr>
            <a:spLocks noGrp="1"/>
          </p:cNvSpPr>
          <p:nvPr/>
        </p:nvSpPr>
        <p:spPr>
          <a:xfrm>
            <a:off x="876300" y="6534150"/>
            <a:ext cx="914400" cy="5715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why-repos-word">
            <a:extLst>
              <a:ext uri="{FF2B5EF4-FFF2-40B4-BE49-F238E27FC236}">
                <a16:creationId xmlns:a16="http://schemas.microsoft.com/office/drawing/2014/main" id="{83D831AD-78FD-47FA-AAC5-60F5FA765830}"/>
              </a:ext>
            </a:extLst>
          </p:cNvPr>
          <p:cNvSpPr>
            <a:spLocks noGrp="1"/>
          </p:cNvSpPr>
          <p:nvPr/>
        </p:nvSpPr>
        <p:spPr>
          <a:xfrm>
            <a:off x="876300" y="6724650"/>
            <a:ext cx="51625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Every repo</a:t>
            </a:r>
          </a:p>
        </p:txBody>
      </p:sp>
      <p:sp>
        <p:nvSpPr>
          <p:cNvPr id="7" name="why-repos-note">
            <a:extLst>
              <a:ext uri="{FF2B5EF4-FFF2-40B4-BE49-F238E27FC236}">
                <a16:creationId xmlns:a16="http://schemas.microsoft.com/office/drawing/2014/main" id="{241848C6-F8F5-42B0-B45C-465BA8FBF046}"/>
              </a:ext>
            </a:extLst>
          </p:cNvPr>
          <p:cNvSpPr>
            <a:spLocks noGrp="1"/>
          </p:cNvSpPr>
          <p:nvPr/>
        </p:nvSpPr>
        <p:spPr>
          <a:xfrm>
            <a:off x="876300" y="7334250"/>
            <a:ext cx="36004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Portfolio-level visibility across projects, repositories, and Symphony instances.</a:t>
            </a:r>
          </a:p>
        </p:txBody>
      </p:sp>
      <p:sp>
        <p:nvSpPr>
          <p:cNvPr id="8" name="why-runs-rule">
            <a:extLst>
              <a:ext uri="{FF2B5EF4-FFF2-40B4-BE49-F238E27FC236}">
                <a16:creationId xmlns:a16="http://schemas.microsoft.com/office/drawing/2014/main" id="{972E8C83-F018-4867-96BE-19C35BF799C9}"/>
              </a:ext>
            </a:extLst>
          </p:cNvPr>
          <p:cNvSpPr>
            <a:spLocks noGrp="1"/>
          </p:cNvSpPr>
          <p:nvPr/>
        </p:nvSpPr>
        <p:spPr>
          <a:xfrm>
            <a:off x="6553200" y="6534150"/>
            <a:ext cx="914400" cy="57150"/>
          </a:xfrm>
          <a:prstGeom prst="rect">
            <a:avLst/>
          </a:prstGeom>
          <a:solidFill>
            <a:srgbClr val="5AD7FF"/>
          </a:solidFill>
          <a:ln w="0">
            <a:solidFill>
              <a:srgbClr val="5AD7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why-runs-word">
            <a:extLst>
              <a:ext uri="{FF2B5EF4-FFF2-40B4-BE49-F238E27FC236}">
                <a16:creationId xmlns:a16="http://schemas.microsoft.com/office/drawing/2014/main" id="{C6D3DBE0-4D65-44B0-BE91-883D29FFEF5D}"/>
              </a:ext>
            </a:extLst>
          </p:cNvPr>
          <p:cNvSpPr>
            <a:spLocks noGrp="1"/>
          </p:cNvSpPr>
          <p:nvPr/>
        </p:nvSpPr>
        <p:spPr>
          <a:xfrm>
            <a:off x="6553200" y="6724650"/>
            <a:ext cx="51625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Every run</a:t>
            </a:r>
          </a:p>
        </p:txBody>
      </p:sp>
      <p:sp>
        <p:nvSpPr>
          <p:cNvPr id="10" name="why-runs-note">
            <a:extLst>
              <a:ext uri="{FF2B5EF4-FFF2-40B4-BE49-F238E27FC236}">
                <a16:creationId xmlns:a16="http://schemas.microsoft.com/office/drawing/2014/main" id="{10EF8454-F23A-498B-B3DB-262AD9848296}"/>
              </a:ext>
            </a:extLst>
          </p:cNvPr>
          <p:cNvSpPr>
            <a:spLocks noGrp="1"/>
          </p:cNvSpPr>
          <p:nvPr/>
        </p:nvSpPr>
        <p:spPr>
          <a:xfrm>
            <a:off x="6553200" y="7334250"/>
            <a:ext cx="3581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Live sessions, retries, failures, PRs, and token usage brought into one model.</a:t>
            </a:r>
          </a:p>
        </p:txBody>
      </p:sp>
      <p:sp>
        <p:nvSpPr>
          <p:cNvPr id="11" name="why-risks-rule">
            <a:extLst>
              <a:ext uri="{FF2B5EF4-FFF2-40B4-BE49-F238E27FC236}">
                <a16:creationId xmlns:a16="http://schemas.microsoft.com/office/drawing/2014/main" id="{CD383613-A55A-4B88-AD38-697EC9408DD9}"/>
              </a:ext>
            </a:extLst>
          </p:cNvPr>
          <p:cNvSpPr>
            <a:spLocks noGrp="1"/>
          </p:cNvSpPr>
          <p:nvPr/>
        </p:nvSpPr>
        <p:spPr>
          <a:xfrm>
            <a:off x="12249150" y="6534150"/>
            <a:ext cx="914400" cy="57150"/>
          </a:xfrm>
          <a:prstGeom prst="rect">
            <a:avLst/>
          </a:prstGeom>
          <a:solidFill>
            <a:srgbClr val="FBBF24"/>
          </a:solidFill>
          <a:ln w="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why-risks-word">
            <a:extLst>
              <a:ext uri="{FF2B5EF4-FFF2-40B4-BE49-F238E27FC236}">
                <a16:creationId xmlns:a16="http://schemas.microsoft.com/office/drawing/2014/main" id="{C0568F85-588C-4174-A86F-70CEC6EBAF75}"/>
              </a:ext>
            </a:extLst>
          </p:cNvPr>
          <p:cNvSpPr>
            <a:spLocks noGrp="1"/>
          </p:cNvSpPr>
          <p:nvPr/>
        </p:nvSpPr>
        <p:spPr>
          <a:xfrm>
            <a:off x="12249150" y="6724650"/>
            <a:ext cx="51625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Every risk</a:t>
            </a:r>
          </a:p>
        </p:txBody>
      </p:sp>
      <p:sp>
        <p:nvSpPr>
          <p:cNvPr id="13" name="why-risks-note">
            <a:extLst>
              <a:ext uri="{FF2B5EF4-FFF2-40B4-BE49-F238E27FC236}">
                <a16:creationId xmlns:a16="http://schemas.microsoft.com/office/drawing/2014/main" id="{B79836FE-0A0E-4B1B-A477-71FD5E2BDCFC}"/>
              </a:ext>
            </a:extLst>
          </p:cNvPr>
          <p:cNvSpPr>
            <a:spLocks noGrp="1"/>
          </p:cNvSpPr>
          <p:nvPr/>
        </p:nvSpPr>
        <p:spPr>
          <a:xfrm>
            <a:off x="12249150" y="7334250"/>
            <a:ext cx="36195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Blocked work, offline instances, budget pressure, and human review queues surfaced early.</a:t>
            </a:r>
          </a:p>
        </p:txBody>
      </p:sp>
      <p:sp>
        <p:nvSpPr>
          <p:cNvPr id="14" name="footer-brand-why">
            <a:extLst>
              <a:ext uri="{FF2B5EF4-FFF2-40B4-BE49-F238E27FC236}">
                <a16:creationId xmlns:a16="http://schemas.microsoft.com/office/drawing/2014/main" id="{1C6F8BAB-6590-4006-9838-0C3C9C8A33D7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15" name="footer-label-why">
            <a:extLst>
              <a:ext uri="{FF2B5EF4-FFF2-40B4-BE49-F238E27FC236}">
                <a16:creationId xmlns:a16="http://schemas.microsoft.com/office/drawing/2014/main" id="{7472B5BD-B47C-4A58-A632-0260B6425DF4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75130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promise">
            <a:extLst>
              <a:ext uri="{FF2B5EF4-FFF2-40B4-BE49-F238E27FC236}">
                <a16:creationId xmlns:a16="http://schemas.microsoft.com/office/drawing/2014/main" id="{3C4AE4B2-30A3-404A-9F21-0B4E32289F4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THE PROMISE</a:t>
            </a:r>
          </a:p>
        </p:txBody>
      </p:sp>
      <p:sp>
        <p:nvSpPr>
          <p:cNvPr id="2" name="slide-title-promise">
            <a:extLst>
              <a:ext uri="{FF2B5EF4-FFF2-40B4-BE49-F238E27FC236}">
                <a16:creationId xmlns:a16="http://schemas.microsoft.com/office/drawing/2014/main" id="{64466415-52F7-42D5-91AD-45DEC849805C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From single-repo automation to software-company control</a:t>
            </a:r>
          </a:p>
        </p:txBody>
      </p:sp>
      <p:sp>
        <p:nvSpPr>
          <p:cNvPr id="3" name="promise-lead">
            <a:extLst>
              <a:ext uri="{FF2B5EF4-FFF2-40B4-BE49-F238E27FC236}">
                <a16:creationId xmlns:a16="http://schemas.microsoft.com/office/drawing/2014/main" id="{83C76F64-BBF2-4025-BA55-6B10559243CB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2820650" cy="1333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A company does not need one giant Symphony. It needs a clear command layer above many small ones.</a:t>
            </a:r>
          </a:p>
        </p:txBody>
      </p:sp>
      <p:sp>
        <p:nvSpPr>
          <p:cNvPr id="4" name="promise-observe-marker">
            <a:extLst>
              <a:ext uri="{FF2B5EF4-FFF2-40B4-BE49-F238E27FC236}">
                <a16:creationId xmlns:a16="http://schemas.microsoft.com/office/drawing/2014/main" id="{26563727-5DE6-4FA0-9F33-C2F26F462472}"/>
              </a:ext>
            </a:extLst>
          </p:cNvPr>
          <p:cNvSpPr>
            <a:spLocks noGrp="1"/>
          </p:cNvSpPr>
          <p:nvPr/>
        </p:nvSpPr>
        <p:spPr>
          <a:xfrm>
            <a:off x="2457450" y="5084445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promise-observe-number">
            <a:extLst>
              <a:ext uri="{FF2B5EF4-FFF2-40B4-BE49-F238E27FC236}">
                <a16:creationId xmlns:a16="http://schemas.microsoft.com/office/drawing/2014/main" id="{2841C7FF-4C02-4454-9497-A0623C450C75}"/>
              </a:ext>
            </a:extLst>
          </p:cNvPr>
          <p:cNvSpPr>
            <a:spLocks noGrp="1"/>
          </p:cNvSpPr>
          <p:nvPr/>
        </p:nvSpPr>
        <p:spPr>
          <a:xfrm>
            <a:off x="2781300" y="5276850"/>
            <a:ext cx="1524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71018"/>
                </a:solidFill>
              </a:defRPr>
            </a:pPr>
            <a:r>
              <a:rPr sz="2550" b="1">
                <a:solidFill>
                  <a:srgbClr val="071018"/>
                </a:solidFill>
              </a:rPr>
              <a:t>1</a:t>
            </a:r>
          </a:p>
        </p:txBody>
      </p:sp>
      <p:sp>
        <p:nvSpPr>
          <p:cNvPr id="6" name="promise-observe-title">
            <a:extLst>
              <a:ext uri="{FF2B5EF4-FFF2-40B4-BE49-F238E27FC236}">
                <a16:creationId xmlns:a16="http://schemas.microsoft.com/office/drawing/2014/main" id="{816EC453-B7A0-466A-A5AB-48C2216FB328}"/>
              </a:ext>
            </a:extLst>
          </p:cNvPr>
          <p:cNvSpPr>
            <a:spLocks noGrp="1"/>
          </p:cNvSpPr>
          <p:nvPr/>
        </p:nvSpPr>
        <p:spPr>
          <a:xfrm>
            <a:off x="876300" y="6038850"/>
            <a:ext cx="396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Observe</a:t>
            </a:r>
          </a:p>
        </p:txBody>
      </p:sp>
      <p:sp>
        <p:nvSpPr>
          <p:cNvPr id="7" name="promise-observe-note">
            <a:extLst>
              <a:ext uri="{FF2B5EF4-FFF2-40B4-BE49-F238E27FC236}">
                <a16:creationId xmlns:a16="http://schemas.microsoft.com/office/drawing/2014/main" id="{511A422A-F779-4A1B-8C3D-EEED083EE729}"/>
              </a:ext>
            </a:extLst>
          </p:cNvPr>
          <p:cNvSpPr>
            <a:spLocks noGrp="1"/>
          </p:cNvSpPr>
          <p:nvPr/>
        </p:nvSpPr>
        <p:spPr>
          <a:xfrm>
            <a:off x="1504950" y="6553200"/>
            <a:ext cx="27051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91A3B6"/>
                </a:solidFill>
              </a:defRPr>
            </a:pPr>
            <a:r>
              <a:rPr sz="1575">
                <a:solidFill>
                  <a:srgbClr val="91A3B6"/>
                </a:solidFill>
              </a:rPr>
              <a:t>Register instances, poll state, and normalize activity.</a:t>
            </a:r>
          </a:p>
        </p:txBody>
      </p:sp>
      <p:sp>
        <p:nvSpPr>
          <p:cNvPr id="8" name="promise-orchestrate-marker">
            <a:extLst>
              <a:ext uri="{FF2B5EF4-FFF2-40B4-BE49-F238E27FC236}">
                <a16:creationId xmlns:a16="http://schemas.microsoft.com/office/drawing/2014/main" id="{F0EE979A-31C4-4EE5-A35C-774546FF6BF4}"/>
              </a:ext>
            </a:extLst>
          </p:cNvPr>
          <p:cNvSpPr>
            <a:spLocks noGrp="1"/>
          </p:cNvSpPr>
          <p:nvPr/>
        </p:nvSpPr>
        <p:spPr>
          <a:xfrm>
            <a:off x="6648450" y="5084445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promise-orchestrate-number">
            <a:extLst>
              <a:ext uri="{FF2B5EF4-FFF2-40B4-BE49-F238E27FC236}">
                <a16:creationId xmlns:a16="http://schemas.microsoft.com/office/drawing/2014/main" id="{C7110395-4C18-4194-9530-6B25584AE87F}"/>
              </a:ext>
            </a:extLst>
          </p:cNvPr>
          <p:cNvSpPr>
            <a:spLocks noGrp="1"/>
          </p:cNvSpPr>
          <p:nvPr/>
        </p:nvSpPr>
        <p:spPr>
          <a:xfrm>
            <a:off x="6972300" y="5276850"/>
            <a:ext cx="1524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71018"/>
                </a:solidFill>
              </a:defRPr>
            </a:pPr>
            <a:r>
              <a:rPr sz="2550" b="1">
                <a:solidFill>
                  <a:srgbClr val="071018"/>
                </a:solidFill>
              </a:rPr>
              <a:t>2</a:t>
            </a:r>
          </a:p>
        </p:txBody>
      </p:sp>
      <p:sp>
        <p:nvSpPr>
          <p:cNvPr id="10" name="promise-orchestrate-title">
            <a:extLst>
              <a:ext uri="{FF2B5EF4-FFF2-40B4-BE49-F238E27FC236}">
                <a16:creationId xmlns:a16="http://schemas.microsoft.com/office/drawing/2014/main" id="{6FD0A349-9A70-4DF2-9FCC-F96F6A9A053E}"/>
              </a:ext>
            </a:extLst>
          </p:cNvPr>
          <p:cNvSpPr>
            <a:spLocks noGrp="1"/>
          </p:cNvSpPr>
          <p:nvPr/>
        </p:nvSpPr>
        <p:spPr>
          <a:xfrm>
            <a:off x="5067300" y="6038850"/>
            <a:ext cx="396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Orchestrate</a:t>
            </a:r>
          </a:p>
        </p:txBody>
      </p:sp>
      <p:sp>
        <p:nvSpPr>
          <p:cNvPr id="11" name="promise-orchestrate-note">
            <a:extLst>
              <a:ext uri="{FF2B5EF4-FFF2-40B4-BE49-F238E27FC236}">
                <a16:creationId xmlns:a16="http://schemas.microsoft.com/office/drawing/2014/main" id="{77DE8E7F-D427-414C-AF74-920DECB3B559}"/>
              </a:ext>
            </a:extLst>
          </p:cNvPr>
          <p:cNvSpPr>
            <a:spLocks noGrp="1"/>
          </p:cNvSpPr>
          <p:nvPr/>
        </p:nvSpPr>
        <p:spPr>
          <a:xfrm>
            <a:off x="5715000" y="6553200"/>
            <a:ext cx="2667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91A3B6"/>
                </a:solidFill>
              </a:defRPr>
            </a:pPr>
            <a:r>
              <a:rPr sz="1575">
                <a:solidFill>
                  <a:srgbClr val="91A3B6"/>
                </a:solidFill>
              </a:rPr>
              <a:t>Start, stop, restart, and provision runtimes safely.</a:t>
            </a:r>
          </a:p>
        </p:txBody>
      </p:sp>
      <p:sp>
        <p:nvSpPr>
          <p:cNvPr id="12" name="promise-govern-marker">
            <a:extLst>
              <a:ext uri="{FF2B5EF4-FFF2-40B4-BE49-F238E27FC236}">
                <a16:creationId xmlns:a16="http://schemas.microsoft.com/office/drawing/2014/main" id="{0D082B11-E39A-4C29-BE4A-8C66EDA75A4A}"/>
              </a:ext>
            </a:extLst>
          </p:cNvPr>
          <p:cNvSpPr>
            <a:spLocks noGrp="1"/>
          </p:cNvSpPr>
          <p:nvPr/>
        </p:nvSpPr>
        <p:spPr>
          <a:xfrm>
            <a:off x="10858500" y="5084445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promise-govern-number">
            <a:extLst>
              <a:ext uri="{FF2B5EF4-FFF2-40B4-BE49-F238E27FC236}">
                <a16:creationId xmlns:a16="http://schemas.microsoft.com/office/drawing/2014/main" id="{5F6A3FFD-433A-48D3-BB15-68D712D2046D}"/>
              </a:ext>
            </a:extLst>
          </p:cNvPr>
          <p:cNvSpPr>
            <a:spLocks noGrp="1"/>
          </p:cNvSpPr>
          <p:nvPr/>
        </p:nvSpPr>
        <p:spPr>
          <a:xfrm>
            <a:off x="11182350" y="5276850"/>
            <a:ext cx="1524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71018"/>
                </a:solidFill>
              </a:defRPr>
            </a:pPr>
            <a:r>
              <a:rPr sz="2550" b="1">
                <a:solidFill>
                  <a:srgbClr val="071018"/>
                </a:solidFill>
              </a:rPr>
              <a:t>3</a:t>
            </a:r>
          </a:p>
        </p:txBody>
      </p:sp>
      <p:sp>
        <p:nvSpPr>
          <p:cNvPr id="14" name="promise-govern-title">
            <a:extLst>
              <a:ext uri="{FF2B5EF4-FFF2-40B4-BE49-F238E27FC236}">
                <a16:creationId xmlns:a16="http://schemas.microsoft.com/office/drawing/2014/main" id="{500B4489-FD45-4736-8678-48EEEBB367C8}"/>
              </a:ext>
            </a:extLst>
          </p:cNvPr>
          <p:cNvSpPr>
            <a:spLocks noGrp="1"/>
          </p:cNvSpPr>
          <p:nvPr/>
        </p:nvSpPr>
        <p:spPr>
          <a:xfrm>
            <a:off x="9258300" y="6038850"/>
            <a:ext cx="396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Govern</a:t>
            </a:r>
          </a:p>
        </p:txBody>
      </p:sp>
      <p:sp>
        <p:nvSpPr>
          <p:cNvPr id="15" name="promise-govern-note">
            <a:extLst>
              <a:ext uri="{FF2B5EF4-FFF2-40B4-BE49-F238E27FC236}">
                <a16:creationId xmlns:a16="http://schemas.microsoft.com/office/drawing/2014/main" id="{B2AF4B14-8F76-4CF0-8CFF-74FA5708B4CC}"/>
              </a:ext>
            </a:extLst>
          </p:cNvPr>
          <p:cNvSpPr>
            <a:spLocks noGrp="1"/>
          </p:cNvSpPr>
          <p:nvPr/>
        </p:nvSpPr>
        <p:spPr>
          <a:xfrm>
            <a:off x="9734550" y="6553200"/>
            <a:ext cx="30099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91A3B6"/>
                </a:solidFill>
              </a:defRPr>
            </a:pPr>
            <a:r>
              <a:rPr sz="1575">
                <a:solidFill>
                  <a:srgbClr val="91A3B6"/>
                </a:solidFill>
              </a:rPr>
              <a:t>Apply policy, budgets, approvals, and alert rules.</a:t>
            </a:r>
          </a:p>
        </p:txBody>
      </p:sp>
      <p:sp>
        <p:nvSpPr>
          <p:cNvPr id="16" name="promise-report-marker">
            <a:extLst>
              <a:ext uri="{FF2B5EF4-FFF2-40B4-BE49-F238E27FC236}">
                <a16:creationId xmlns:a16="http://schemas.microsoft.com/office/drawing/2014/main" id="{862C5323-1667-47CE-B339-90C93ADFE455}"/>
              </a:ext>
            </a:extLst>
          </p:cNvPr>
          <p:cNvSpPr>
            <a:spLocks noGrp="1"/>
          </p:cNvSpPr>
          <p:nvPr/>
        </p:nvSpPr>
        <p:spPr>
          <a:xfrm>
            <a:off x="15049500" y="5084445"/>
            <a:ext cx="781050" cy="781050"/>
          </a:xfrm>
          <a:prstGeom prst="roundRect">
            <a:avLst>
              <a:gd name="adj" fmla="val 50000"/>
            </a:avLst>
          </a:prstGeom>
          <a:solidFill>
            <a:srgbClr val="A855F7"/>
          </a:solidFill>
        </p:spPr>
        <p:txBody>
          <a:bodyPr/>
          <a:lstStyle/>
          <a:p>
            <a:endParaRPr lang="en-AU"/>
          </a:p>
        </p:txBody>
      </p:sp>
      <p:sp>
        <p:nvSpPr>
          <p:cNvPr id="17" name="promise-report-number">
            <a:extLst>
              <a:ext uri="{FF2B5EF4-FFF2-40B4-BE49-F238E27FC236}">
                <a16:creationId xmlns:a16="http://schemas.microsoft.com/office/drawing/2014/main" id="{A46D49B3-268B-4655-B4C4-0CD394EF9742}"/>
              </a:ext>
            </a:extLst>
          </p:cNvPr>
          <p:cNvSpPr>
            <a:spLocks noGrp="1"/>
          </p:cNvSpPr>
          <p:nvPr/>
        </p:nvSpPr>
        <p:spPr>
          <a:xfrm>
            <a:off x="15373350" y="5276850"/>
            <a:ext cx="1524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71018"/>
                </a:solidFill>
              </a:defRPr>
            </a:pPr>
            <a:r>
              <a:rPr sz="2550" b="1">
                <a:solidFill>
                  <a:srgbClr val="071018"/>
                </a:solidFill>
              </a:rPr>
              <a:t>4</a:t>
            </a:r>
          </a:p>
        </p:txBody>
      </p:sp>
      <p:sp>
        <p:nvSpPr>
          <p:cNvPr id="18" name="promise-report-title">
            <a:extLst>
              <a:ext uri="{FF2B5EF4-FFF2-40B4-BE49-F238E27FC236}">
                <a16:creationId xmlns:a16="http://schemas.microsoft.com/office/drawing/2014/main" id="{32A9FCBF-9DB0-4F7E-B87C-52921D3D628A}"/>
              </a:ext>
            </a:extLst>
          </p:cNvPr>
          <p:cNvSpPr>
            <a:spLocks noGrp="1"/>
          </p:cNvSpPr>
          <p:nvPr/>
        </p:nvSpPr>
        <p:spPr>
          <a:xfrm>
            <a:off x="13449300" y="6038850"/>
            <a:ext cx="396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Report</a:t>
            </a:r>
          </a:p>
        </p:txBody>
      </p:sp>
      <p:sp>
        <p:nvSpPr>
          <p:cNvPr id="19" name="promise-report-note">
            <a:extLst>
              <a:ext uri="{FF2B5EF4-FFF2-40B4-BE49-F238E27FC236}">
                <a16:creationId xmlns:a16="http://schemas.microsoft.com/office/drawing/2014/main" id="{C206BC05-9BC9-4D92-9420-A7A7ED1AEA94}"/>
              </a:ext>
            </a:extLst>
          </p:cNvPr>
          <p:cNvSpPr>
            <a:spLocks noGrp="1"/>
          </p:cNvSpPr>
          <p:nvPr/>
        </p:nvSpPr>
        <p:spPr>
          <a:xfrm>
            <a:off x="14154150" y="6553200"/>
            <a:ext cx="2552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91A3B6"/>
                </a:solidFill>
              </a:defRPr>
            </a:pPr>
            <a:r>
              <a:rPr sz="1575">
                <a:solidFill>
                  <a:srgbClr val="91A3B6"/>
                </a:solidFill>
              </a:rPr>
              <a:t>Turn operational telemetry into delivery briefs.</a:t>
            </a:r>
          </a:p>
        </p:txBody>
      </p:sp>
      <p:sp>
        <p:nvSpPr>
          <p:cNvPr id="20" name="promise-bottom">
            <a:extLst>
              <a:ext uri="{FF2B5EF4-FFF2-40B4-BE49-F238E27FC236}">
                <a16:creationId xmlns:a16="http://schemas.microsoft.com/office/drawing/2014/main" id="{B3D600BE-41FC-4F05-9FB6-99B9500BCF90}"/>
              </a:ext>
            </a:extLst>
          </p:cNvPr>
          <p:cNvSpPr>
            <a:spLocks noGrp="1"/>
          </p:cNvSpPr>
          <p:nvPr/>
        </p:nvSpPr>
        <p:spPr>
          <a:xfrm>
            <a:off x="876300" y="7581900"/>
            <a:ext cx="84201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DDE7F0"/>
                </a:solidFill>
              </a:defRPr>
            </a:pPr>
            <a:r>
              <a:rPr sz="2325" b="1">
                <a:solidFill>
                  <a:srgbClr val="DDE7F0"/>
                </a:solidFill>
              </a:rPr>
              <a:t>The core promise: supervise Symphony without replacing Symphony.</a:t>
            </a:r>
          </a:p>
        </p:txBody>
      </p:sp>
      <p:sp>
        <p:nvSpPr>
          <p:cNvPr id="21" name="footer-brand-promise">
            <a:extLst>
              <a:ext uri="{FF2B5EF4-FFF2-40B4-BE49-F238E27FC236}">
                <a16:creationId xmlns:a16="http://schemas.microsoft.com/office/drawing/2014/main" id="{D6A17E14-B7A7-4F66-97A2-63759BB272DF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22" name="footer-label-promise">
            <a:extLst>
              <a:ext uri="{FF2B5EF4-FFF2-40B4-BE49-F238E27FC236}">
                <a16:creationId xmlns:a16="http://schemas.microsoft.com/office/drawing/2014/main" id="{1A8D2DC9-3A00-44DC-ACAC-97A2ABA9E776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PROMISE</a:t>
            </a:r>
          </a:p>
        </p:txBody>
      </p:sp>
    </p:spTree>
    <p:extLst>
      <p:ext uri="{BB962C8B-B14F-4D97-AF65-F5344CB8AC3E}">
        <p14:creationId xmlns:p14="http://schemas.microsoft.com/office/powerpoint/2010/main" val="84576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ui">
            <a:extLst>
              <a:ext uri="{FF2B5EF4-FFF2-40B4-BE49-F238E27FC236}">
                <a16:creationId xmlns:a16="http://schemas.microsoft.com/office/drawing/2014/main" id="{E9ED5299-9F06-47D0-BFB2-FA04DBEBCA48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CONTROL SURFACE</a:t>
            </a:r>
          </a:p>
        </p:txBody>
      </p:sp>
      <p:sp>
        <p:nvSpPr>
          <p:cNvPr id="2" name="slide-title-ui">
            <a:extLst>
              <a:ext uri="{FF2B5EF4-FFF2-40B4-BE49-F238E27FC236}">
                <a16:creationId xmlns:a16="http://schemas.microsoft.com/office/drawing/2014/main" id="{546EAEA9-DD2D-44D6-886B-11B14DE9D2C9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The first read is operational clarity</a:t>
            </a:r>
          </a:p>
        </p:txBody>
      </p:sp>
      <p:sp>
        <p:nvSpPr>
          <p:cNvPr id="3" name="ui-screenshot-frame">
            <a:extLst>
              <a:ext uri="{FF2B5EF4-FFF2-40B4-BE49-F238E27FC236}">
                <a16:creationId xmlns:a16="http://schemas.microsoft.com/office/drawing/2014/main" id="{9E596F4B-09FA-467E-8DEB-A42C0BA93AFA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10772394" cy="7105650"/>
          </a:xfrm>
          <a:prstGeom prst="roundRect">
            <a:avLst>
              <a:gd name="adj" fmla="val 2949"/>
            </a:avLst>
          </a:prstGeom>
          <a:solidFill>
            <a:srgbClr val="0B1320"/>
          </a:solidFill>
          <a:ln w="9525">
            <a:solidFill>
              <a:srgbClr val="2532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ui-overview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0435" y="2190750"/>
            <a:ext cx="10144125" cy="6762750"/>
          </a:xfrm>
          <a:prstGeom prst="roundRect">
            <a:avLst>
              <a:gd name="adj" fmla="val 2254"/>
            </a:avLst>
          </a:prstGeom>
        </p:spPr>
      </p:pic>
      <p:sp>
        <p:nvSpPr>
          <p:cNvPr id="5" name="ui-callout-1-rule">
            <a:extLst>
              <a:ext uri="{FF2B5EF4-FFF2-40B4-BE49-F238E27FC236}">
                <a16:creationId xmlns:a16="http://schemas.microsoft.com/office/drawing/2014/main" id="{D6A1F661-2EA0-423B-98C8-F7E2E371321E}"/>
              </a:ext>
            </a:extLst>
          </p:cNvPr>
          <p:cNvSpPr>
            <a:spLocks noGrp="1"/>
          </p:cNvSpPr>
          <p:nvPr/>
        </p:nvSpPr>
        <p:spPr>
          <a:xfrm>
            <a:off x="12096750" y="3200400"/>
            <a:ext cx="914400" cy="57150"/>
          </a:xfrm>
          <a:prstGeom prst="rect">
            <a:avLst/>
          </a:prstGeom>
          <a:solidFill>
            <a:srgbClr val="5AD7FF"/>
          </a:solidFill>
          <a:ln w="0">
            <a:solidFill>
              <a:srgbClr val="5AD7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ui-callout-1-word">
            <a:extLst>
              <a:ext uri="{FF2B5EF4-FFF2-40B4-BE49-F238E27FC236}">
                <a16:creationId xmlns:a16="http://schemas.microsoft.com/office/drawing/2014/main" id="{3138CCF2-6CB4-4541-BA34-DBFDEE5CFAFD}"/>
              </a:ext>
            </a:extLst>
          </p:cNvPr>
          <p:cNvSpPr>
            <a:spLocks noGrp="1"/>
          </p:cNvSpPr>
          <p:nvPr/>
        </p:nvSpPr>
        <p:spPr>
          <a:xfrm>
            <a:off x="12096750" y="3390900"/>
            <a:ext cx="5314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Mission control</a:t>
            </a:r>
          </a:p>
        </p:txBody>
      </p:sp>
      <p:sp>
        <p:nvSpPr>
          <p:cNvPr id="7" name="ui-callout-1-note">
            <a:extLst>
              <a:ext uri="{FF2B5EF4-FFF2-40B4-BE49-F238E27FC236}">
                <a16:creationId xmlns:a16="http://schemas.microsoft.com/office/drawing/2014/main" id="{60097869-20CE-485B-AFEC-DF401D9EB013}"/>
              </a:ext>
            </a:extLst>
          </p:cNvPr>
          <p:cNvSpPr>
            <a:spLocks noGrp="1"/>
          </p:cNvSpPr>
          <p:nvPr/>
        </p:nvSpPr>
        <p:spPr>
          <a:xfrm>
            <a:off x="12096750" y="4000500"/>
            <a:ext cx="4000500" cy="889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Dashboard-first, dark operational surface for scanning fleet health.</a:t>
            </a:r>
          </a:p>
        </p:txBody>
      </p:sp>
      <p:sp>
        <p:nvSpPr>
          <p:cNvPr id="8" name="ui-callout-2-rule">
            <a:extLst>
              <a:ext uri="{FF2B5EF4-FFF2-40B4-BE49-F238E27FC236}">
                <a16:creationId xmlns:a16="http://schemas.microsoft.com/office/drawing/2014/main" id="{D7EB93CC-DF8B-4C02-B41E-454A3DD6152C}"/>
              </a:ext>
            </a:extLst>
          </p:cNvPr>
          <p:cNvSpPr>
            <a:spLocks noGrp="1"/>
          </p:cNvSpPr>
          <p:nvPr/>
        </p:nvSpPr>
        <p:spPr>
          <a:xfrm>
            <a:off x="12096750" y="4895850"/>
            <a:ext cx="914400" cy="57150"/>
          </a:xfrm>
          <a:prstGeom prst="rect">
            <a:avLst/>
          </a:prstGeom>
          <a:solidFill>
            <a:srgbClr val="FBBF24"/>
          </a:solidFill>
          <a:ln w="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ui-callout-2-word">
            <a:extLst>
              <a:ext uri="{FF2B5EF4-FFF2-40B4-BE49-F238E27FC236}">
                <a16:creationId xmlns:a16="http://schemas.microsoft.com/office/drawing/2014/main" id="{4CAD36E4-73BD-4F19-8F2D-069FEB8C7C4A}"/>
              </a:ext>
            </a:extLst>
          </p:cNvPr>
          <p:cNvSpPr>
            <a:spLocks noGrp="1"/>
          </p:cNvSpPr>
          <p:nvPr/>
        </p:nvSpPr>
        <p:spPr>
          <a:xfrm>
            <a:off x="12096750" y="5086350"/>
            <a:ext cx="5314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Needs attention</a:t>
            </a:r>
          </a:p>
        </p:txBody>
      </p:sp>
      <p:sp>
        <p:nvSpPr>
          <p:cNvPr id="10" name="ui-callout-2-note">
            <a:extLst>
              <a:ext uri="{FF2B5EF4-FFF2-40B4-BE49-F238E27FC236}">
                <a16:creationId xmlns:a16="http://schemas.microsoft.com/office/drawing/2014/main" id="{48AE7AAE-8D83-4A55-844E-2BBC16998554}"/>
              </a:ext>
            </a:extLst>
          </p:cNvPr>
          <p:cNvSpPr>
            <a:spLocks noGrp="1"/>
          </p:cNvSpPr>
          <p:nvPr/>
        </p:nvSpPr>
        <p:spPr>
          <a:xfrm>
            <a:off x="12096750" y="5695950"/>
            <a:ext cx="4000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Risks are pulled out of the table and placed where operators act.</a:t>
            </a:r>
          </a:p>
        </p:txBody>
      </p:sp>
      <p:sp>
        <p:nvSpPr>
          <p:cNvPr id="11" name="ui-callout-3-rule">
            <a:extLst>
              <a:ext uri="{FF2B5EF4-FFF2-40B4-BE49-F238E27FC236}">
                <a16:creationId xmlns:a16="http://schemas.microsoft.com/office/drawing/2014/main" id="{C0F69F00-CE37-4255-8490-C2E7826AAA85}"/>
              </a:ext>
            </a:extLst>
          </p:cNvPr>
          <p:cNvSpPr>
            <a:spLocks noGrp="1"/>
          </p:cNvSpPr>
          <p:nvPr/>
        </p:nvSpPr>
        <p:spPr>
          <a:xfrm>
            <a:off x="12096750" y="6591300"/>
            <a:ext cx="914400" cy="57150"/>
          </a:xfrm>
          <a:prstGeom prst="rect">
            <a:avLst/>
          </a:prstGeom>
          <a:solidFill>
            <a:srgbClr val="A855F7"/>
          </a:solidFill>
          <a:ln w="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ui-callout-3-word">
            <a:extLst>
              <a:ext uri="{FF2B5EF4-FFF2-40B4-BE49-F238E27FC236}">
                <a16:creationId xmlns:a16="http://schemas.microsoft.com/office/drawing/2014/main" id="{078AB95A-FFDE-420B-A7FB-19C01B84FCC1}"/>
              </a:ext>
            </a:extLst>
          </p:cNvPr>
          <p:cNvSpPr>
            <a:spLocks noGrp="1"/>
          </p:cNvSpPr>
          <p:nvPr/>
        </p:nvSpPr>
        <p:spPr>
          <a:xfrm>
            <a:off x="12096750" y="6781800"/>
            <a:ext cx="5314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Company memory</a:t>
            </a:r>
          </a:p>
        </p:txBody>
      </p:sp>
      <p:sp>
        <p:nvSpPr>
          <p:cNvPr id="13" name="ui-callout-3-note">
            <a:extLst>
              <a:ext uri="{FF2B5EF4-FFF2-40B4-BE49-F238E27FC236}">
                <a16:creationId xmlns:a16="http://schemas.microsoft.com/office/drawing/2014/main" id="{883EBC69-64B8-4CF3-B642-3E00D09CAF22}"/>
              </a:ext>
            </a:extLst>
          </p:cNvPr>
          <p:cNvSpPr>
            <a:spLocks noGrp="1"/>
          </p:cNvSpPr>
          <p:nvPr/>
        </p:nvSpPr>
        <p:spPr>
          <a:xfrm>
            <a:off x="12096750" y="7391400"/>
            <a:ext cx="4000500" cy="889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Reports, policies, run timelines, and snapshots turn automation into a system.</a:t>
            </a:r>
          </a:p>
        </p:txBody>
      </p:sp>
      <p:sp>
        <p:nvSpPr>
          <p:cNvPr id="14" name="footer-brand-ui">
            <a:extLst>
              <a:ext uri="{FF2B5EF4-FFF2-40B4-BE49-F238E27FC236}">
                <a16:creationId xmlns:a16="http://schemas.microsoft.com/office/drawing/2014/main" id="{4D279AEF-1C15-465F-8A7A-1F8A6F7E9841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15" name="footer-label-ui">
            <a:extLst>
              <a:ext uri="{FF2B5EF4-FFF2-40B4-BE49-F238E27FC236}">
                <a16:creationId xmlns:a16="http://schemas.microsoft.com/office/drawing/2014/main" id="{AE08048E-6E02-4ED3-ABCD-88F47A06A30A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70387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architecture">
            <a:extLst>
              <a:ext uri="{FF2B5EF4-FFF2-40B4-BE49-F238E27FC236}">
                <a16:creationId xmlns:a16="http://schemas.microsoft.com/office/drawing/2014/main" id="{8C1945FA-AA71-40B0-AEAA-B30C9CFE6E22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SYSTEM MODEL</a:t>
            </a:r>
          </a:p>
        </p:txBody>
      </p:sp>
      <p:sp>
        <p:nvSpPr>
          <p:cNvPr id="2" name="slide-title-architecture">
            <a:extLst>
              <a:ext uri="{FF2B5EF4-FFF2-40B4-BE49-F238E27FC236}">
                <a16:creationId xmlns:a16="http://schemas.microsoft.com/office/drawing/2014/main" id="{AE3C4DEB-DF87-4DFF-9F02-1A3510DDE4ED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A modular monolith with clean adapter boundaries</a:t>
            </a:r>
          </a:p>
        </p:txBody>
      </p:sp>
      <p:sp>
        <p:nvSpPr>
          <p:cNvPr id="3" name="arch-ui">
            <a:extLst>
              <a:ext uri="{FF2B5EF4-FFF2-40B4-BE49-F238E27FC236}">
                <a16:creationId xmlns:a16="http://schemas.microsoft.com/office/drawing/2014/main" id="{4399243F-535C-42B2-81A6-6AD824365F5F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6535400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arch-ui-mark">
            <a:extLst>
              <a:ext uri="{FF2B5EF4-FFF2-40B4-BE49-F238E27FC236}">
                <a16:creationId xmlns:a16="http://schemas.microsoft.com/office/drawing/2014/main" id="{E8AF7900-8757-4FFA-96C9-E9F546E0D645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arch-ui-label">
            <a:extLst>
              <a:ext uri="{FF2B5EF4-FFF2-40B4-BE49-F238E27FC236}">
                <a16:creationId xmlns:a16="http://schemas.microsoft.com/office/drawing/2014/main" id="{8859B31C-05A7-4AE3-926A-434ADB0FB08A}"/>
              </a:ext>
            </a:extLst>
          </p:cNvPr>
          <p:cNvSpPr>
            <a:spLocks noGrp="1"/>
          </p:cNvSpPr>
          <p:nvPr/>
        </p:nvSpPr>
        <p:spPr>
          <a:xfrm>
            <a:off x="1581150" y="300990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Blazor control surface</a:t>
            </a:r>
          </a:p>
        </p:txBody>
      </p:sp>
      <p:sp>
        <p:nvSpPr>
          <p:cNvPr id="6" name="arch-ui-details">
            <a:extLst>
              <a:ext uri="{FF2B5EF4-FFF2-40B4-BE49-F238E27FC236}">
                <a16:creationId xmlns:a16="http://schemas.microsoft.com/office/drawing/2014/main" id="{84ED6485-C0D2-4C27-801A-3BC20B991B2B}"/>
              </a:ext>
            </a:extLst>
          </p:cNvPr>
          <p:cNvSpPr>
            <a:spLocks noGrp="1"/>
          </p:cNvSpPr>
          <p:nvPr/>
        </p:nvSpPr>
        <p:spPr>
          <a:xfrm>
            <a:off x="5848350" y="304800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Portfolio dashboard, repository command centres, runs, reports, policies, alerts, and infrastructure.</a:t>
            </a:r>
          </a:p>
        </p:txBody>
      </p:sp>
      <p:sp>
        <p:nvSpPr>
          <p:cNvPr id="7" name="arch-api">
            <a:extLst>
              <a:ext uri="{FF2B5EF4-FFF2-40B4-BE49-F238E27FC236}">
                <a16:creationId xmlns:a16="http://schemas.microsoft.com/office/drawing/2014/main" id="{C59A449B-B4FF-4E20-91D4-E540D548AA7E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16535400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arch-api-mark">
            <a:extLst>
              <a:ext uri="{FF2B5EF4-FFF2-40B4-BE49-F238E27FC236}">
                <a16:creationId xmlns:a16="http://schemas.microsoft.com/office/drawing/2014/main" id="{2A8408DE-5155-41F9-8F04-B4B199959638}"/>
              </a:ext>
            </a:extLst>
          </p:cNvPr>
          <p:cNvSpPr>
            <a:spLocks noGrp="1"/>
          </p:cNvSpPr>
          <p:nvPr/>
        </p:nvSpPr>
        <p:spPr>
          <a:xfrm>
            <a:off x="1219200" y="40386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arch-api-label">
            <a:extLst>
              <a:ext uri="{FF2B5EF4-FFF2-40B4-BE49-F238E27FC236}">
                <a16:creationId xmlns:a16="http://schemas.microsoft.com/office/drawing/2014/main" id="{A57D5B66-31E3-48A1-85D7-B00976A954C1}"/>
              </a:ext>
            </a:extLst>
          </p:cNvPr>
          <p:cNvSpPr>
            <a:spLocks noGrp="1"/>
          </p:cNvSpPr>
          <p:nvPr/>
        </p:nvSpPr>
        <p:spPr>
          <a:xfrm>
            <a:off x="1581150" y="42100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Conductor API</a:t>
            </a:r>
          </a:p>
        </p:txBody>
      </p:sp>
      <p:sp>
        <p:nvSpPr>
          <p:cNvPr id="10" name="arch-api-details">
            <a:extLst>
              <a:ext uri="{FF2B5EF4-FFF2-40B4-BE49-F238E27FC236}">
                <a16:creationId xmlns:a16="http://schemas.microsoft.com/office/drawing/2014/main" id="{218C058F-60D1-423B-9799-211F584310E6}"/>
              </a:ext>
            </a:extLst>
          </p:cNvPr>
          <p:cNvSpPr>
            <a:spLocks noGrp="1"/>
          </p:cNvSpPr>
          <p:nvPr/>
        </p:nvSpPr>
        <p:spPr>
          <a:xfrm>
            <a:off x="5848350" y="4248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Minimal APIs expose repositories, instances, runs, reports, policies, health, and background operations.</a:t>
            </a:r>
          </a:p>
        </p:txBody>
      </p:sp>
      <p:sp>
        <p:nvSpPr>
          <p:cNvPr id="11" name="arch-core">
            <a:extLst>
              <a:ext uri="{FF2B5EF4-FFF2-40B4-BE49-F238E27FC236}">
                <a16:creationId xmlns:a16="http://schemas.microsoft.com/office/drawing/2014/main" id="{3B957E4B-A591-4D8B-BF83-5A62788B8222}"/>
              </a:ext>
            </a:extLst>
          </p:cNvPr>
          <p:cNvSpPr>
            <a:spLocks noGrp="1"/>
          </p:cNvSpPr>
          <p:nvPr/>
        </p:nvSpPr>
        <p:spPr>
          <a:xfrm>
            <a:off x="876300" y="5067300"/>
            <a:ext cx="16535400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arch-core-mark">
            <a:extLst>
              <a:ext uri="{FF2B5EF4-FFF2-40B4-BE49-F238E27FC236}">
                <a16:creationId xmlns:a16="http://schemas.microsoft.com/office/drawing/2014/main" id="{97E9FEEF-9CCB-4476-B94A-1699C8E8E0D0}"/>
              </a:ext>
            </a:extLst>
          </p:cNvPr>
          <p:cNvSpPr>
            <a:spLocks noGrp="1"/>
          </p:cNvSpPr>
          <p:nvPr/>
        </p:nvSpPr>
        <p:spPr>
          <a:xfrm>
            <a:off x="1219200" y="52578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arch-core-label">
            <a:extLst>
              <a:ext uri="{FF2B5EF4-FFF2-40B4-BE49-F238E27FC236}">
                <a16:creationId xmlns:a16="http://schemas.microsoft.com/office/drawing/2014/main" id="{7A79C4FB-2265-4071-B726-3C801FD2EB8A}"/>
              </a:ext>
            </a:extLst>
          </p:cNvPr>
          <p:cNvSpPr>
            <a:spLocks noGrp="1"/>
          </p:cNvSpPr>
          <p:nvPr/>
        </p:nvSpPr>
        <p:spPr>
          <a:xfrm>
            <a:off x="1581150" y="541020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Orchestration core</a:t>
            </a:r>
          </a:p>
        </p:txBody>
      </p:sp>
      <p:sp>
        <p:nvSpPr>
          <p:cNvPr id="14" name="arch-core-details">
            <a:extLst>
              <a:ext uri="{FF2B5EF4-FFF2-40B4-BE49-F238E27FC236}">
                <a16:creationId xmlns:a16="http://schemas.microsoft.com/office/drawing/2014/main" id="{3CF8DFCF-3233-4F16-81A1-7B076567A26E}"/>
              </a:ext>
            </a:extLst>
          </p:cNvPr>
          <p:cNvSpPr>
            <a:spLocks noGrp="1"/>
          </p:cNvSpPr>
          <p:nvPr/>
        </p:nvSpPr>
        <p:spPr>
          <a:xfrm>
            <a:off x="5848350" y="544830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Scheduler, provisioner, collector, reporter, GitHub sync, secret broker, policy, and alert evaluation.</a:t>
            </a:r>
          </a:p>
        </p:txBody>
      </p:sp>
      <p:sp>
        <p:nvSpPr>
          <p:cNvPr id="15" name="arch-adapters">
            <a:extLst>
              <a:ext uri="{FF2B5EF4-FFF2-40B4-BE49-F238E27FC236}">
                <a16:creationId xmlns:a16="http://schemas.microsoft.com/office/drawing/2014/main" id="{67EA15EA-4F11-433C-8138-F8FC1C628FE8}"/>
              </a:ext>
            </a:extLst>
          </p:cNvPr>
          <p:cNvSpPr>
            <a:spLocks noGrp="1"/>
          </p:cNvSpPr>
          <p:nvPr/>
        </p:nvSpPr>
        <p:spPr>
          <a:xfrm>
            <a:off x="876300" y="6267450"/>
            <a:ext cx="16535400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arch-adapters-mark">
            <a:extLst>
              <a:ext uri="{FF2B5EF4-FFF2-40B4-BE49-F238E27FC236}">
                <a16:creationId xmlns:a16="http://schemas.microsoft.com/office/drawing/2014/main" id="{EA9C2576-A32F-4301-8865-67E608CCA120}"/>
              </a:ext>
            </a:extLst>
          </p:cNvPr>
          <p:cNvSpPr>
            <a:spLocks noGrp="1"/>
          </p:cNvSpPr>
          <p:nvPr/>
        </p:nvSpPr>
        <p:spPr>
          <a:xfrm>
            <a:off x="1219200" y="64389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A855F7"/>
          </a:solidFill>
        </p:spPr>
        <p:txBody>
          <a:bodyPr/>
          <a:lstStyle/>
          <a:p>
            <a:endParaRPr lang="en-AU"/>
          </a:p>
        </p:txBody>
      </p:sp>
      <p:sp>
        <p:nvSpPr>
          <p:cNvPr id="17" name="arch-adapters-label">
            <a:extLst>
              <a:ext uri="{FF2B5EF4-FFF2-40B4-BE49-F238E27FC236}">
                <a16:creationId xmlns:a16="http://schemas.microsoft.com/office/drawing/2014/main" id="{A755F440-2C41-48AD-8FA4-40E0732892D1}"/>
              </a:ext>
            </a:extLst>
          </p:cNvPr>
          <p:cNvSpPr>
            <a:spLocks noGrp="1"/>
          </p:cNvSpPr>
          <p:nvPr/>
        </p:nvSpPr>
        <p:spPr>
          <a:xfrm>
            <a:off x="1581150" y="66103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Infrastructure adapters</a:t>
            </a:r>
          </a:p>
        </p:txBody>
      </p:sp>
      <p:sp>
        <p:nvSpPr>
          <p:cNvPr id="18" name="arch-adapters-details">
            <a:extLst>
              <a:ext uri="{FF2B5EF4-FFF2-40B4-BE49-F238E27FC236}">
                <a16:creationId xmlns:a16="http://schemas.microsoft.com/office/drawing/2014/main" id="{56D8E500-25A0-41CF-BE0C-FD4A9614B06B}"/>
              </a:ext>
            </a:extLst>
          </p:cNvPr>
          <p:cNvSpPr>
            <a:spLocks noGrp="1"/>
          </p:cNvSpPr>
          <p:nvPr/>
        </p:nvSpPr>
        <p:spPr>
          <a:xfrm>
            <a:off x="5848350" y="66484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SQLite persistence, GitHub, Symphony HTTP, local process, Docker, secrets, reporting, and notifications.</a:t>
            </a:r>
          </a:p>
        </p:txBody>
      </p:sp>
      <p:sp>
        <p:nvSpPr>
          <p:cNvPr id="19" name="arch-symphony">
            <a:extLst>
              <a:ext uri="{FF2B5EF4-FFF2-40B4-BE49-F238E27FC236}">
                <a16:creationId xmlns:a16="http://schemas.microsoft.com/office/drawing/2014/main" id="{2089469A-2623-4667-A49F-237ACD138DEB}"/>
              </a:ext>
            </a:extLst>
          </p:cNvPr>
          <p:cNvSpPr>
            <a:spLocks noGrp="1"/>
          </p:cNvSpPr>
          <p:nvPr/>
        </p:nvSpPr>
        <p:spPr>
          <a:xfrm>
            <a:off x="876300" y="7467600"/>
            <a:ext cx="16535400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arch-symphony-mark">
            <a:extLst>
              <a:ext uri="{FF2B5EF4-FFF2-40B4-BE49-F238E27FC236}">
                <a16:creationId xmlns:a16="http://schemas.microsoft.com/office/drawing/2014/main" id="{CFB5A4F1-FED1-43A3-8F6F-758F1C80F730}"/>
              </a:ext>
            </a:extLst>
          </p:cNvPr>
          <p:cNvSpPr>
            <a:spLocks noGrp="1"/>
          </p:cNvSpPr>
          <p:nvPr/>
        </p:nvSpPr>
        <p:spPr>
          <a:xfrm>
            <a:off x="1219200" y="76581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21" name="arch-symphony-label">
            <a:extLst>
              <a:ext uri="{FF2B5EF4-FFF2-40B4-BE49-F238E27FC236}">
                <a16:creationId xmlns:a16="http://schemas.microsoft.com/office/drawing/2014/main" id="{E9E86F54-1981-41AE-BB2D-48292C1BA709}"/>
              </a:ext>
            </a:extLst>
          </p:cNvPr>
          <p:cNvSpPr>
            <a:spLocks noGrp="1"/>
          </p:cNvSpPr>
          <p:nvPr/>
        </p:nvSpPr>
        <p:spPr>
          <a:xfrm>
            <a:off x="1581150" y="781050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Symphony instances</a:t>
            </a:r>
          </a:p>
        </p:txBody>
      </p:sp>
      <p:sp>
        <p:nvSpPr>
          <p:cNvPr id="22" name="arch-symphony-details">
            <a:extLst>
              <a:ext uri="{FF2B5EF4-FFF2-40B4-BE49-F238E27FC236}">
                <a16:creationId xmlns:a16="http://schemas.microsoft.com/office/drawing/2014/main" id="{FBA340F1-0D0F-4A24-B011-5C05B1FD2087}"/>
              </a:ext>
            </a:extLst>
          </p:cNvPr>
          <p:cNvSpPr>
            <a:spLocks noGrp="1"/>
          </p:cNvSpPr>
          <p:nvPr/>
        </p:nvSpPr>
        <p:spPr>
          <a:xfrm>
            <a:off x="5848350" y="784860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One managed runtime per repository or workflow profile, each with its own state and credentials.</a:t>
            </a:r>
          </a:p>
        </p:txBody>
      </p:sp>
      <p:sp>
        <p:nvSpPr>
          <p:cNvPr id="23" name="footer-brand-architecture">
            <a:extLst>
              <a:ext uri="{FF2B5EF4-FFF2-40B4-BE49-F238E27FC236}">
                <a16:creationId xmlns:a16="http://schemas.microsoft.com/office/drawing/2014/main" id="{D56BE2DA-CFAF-4CDF-A6A5-87D75BB606E3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24" name="footer-label-architecture">
            <a:extLst>
              <a:ext uri="{FF2B5EF4-FFF2-40B4-BE49-F238E27FC236}">
                <a16:creationId xmlns:a16="http://schemas.microsoft.com/office/drawing/2014/main" id="{336BDC5A-8E4D-4522-B029-3C5E2081027E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90429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modes">
            <a:extLst>
              <a:ext uri="{FF2B5EF4-FFF2-40B4-BE49-F238E27FC236}">
                <a16:creationId xmlns:a16="http://schemas.microsoft.com/office/drawing/2014/main" id="{ADC88148-4420-4FA4-B322-6F909A7A134F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RUNNER STRATEGY</a:t>
            </a:r>
          </a:p>
        </p:txBody>
      </p:sp>
      <p:sp>
        <p:nvSpPr>
          <p:cNvPr id="2" name="slide-title-modes">
            <a:extLst>
              <a:ext uri="{FF2B5EF4-FFF2-40B4-BE49-F238E27FC236}">
                <a16:creationId xmlns:a16="http://schemas.microsoft.com/office/drawing/2014/main" id="{5780F750-6E0C-4895-A2AB-0571C86C1EB2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Three execution modes, one lifecycle contract</a:t>
            </a:r>
          </a:p>
        </p:txBody>
      </p:sp>
      <p:sp>
        <p:nvSpPr>
          <p:cNvPr id="3" name="modes-lead">
            <a:extLst>
              <a:ext uri="{FF2B5EF4-FFF2-40B4-BE49-F238E27FC236}">
                <a16:creationId xmlns:a16="http://schemas.microsoft.com/office/drawing/2014/main" id="{36D79466-D94B-488A-B203-579DE9B6ECF1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11525250" cy="1295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Conductor starts small, but the runner abstraction is designed for serious scale.</a:t>
            </a:r>
          </a:p>
        </p:txBody>
      </p:sp>
      <p:sp>
        <p:nvSpPr>
          <p:cNvPr id="4" name="mode-local-icon">
            <a:extLst>
              <a:ext uri="{FF2B5EF4-FFF2-40B4-BE49-F238E27FC236}">
                <a16:creationId xmlns:a16="http://schemas.microsoft.com/office/drawing/2014/main" id="{71A0E3E3-1E1E-4375-97BC-808E6EAEA9CD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514350" cy="514350"/>
          </a:xfrm>
          <a:prstGeom prst="ellipse">
            <a:avLst/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mode-local-title">
            <a:extLst>
              <a:ext uri="{FF2B5EF4-FFF2-40B4-BE49-F238E27FC236}">
                <a16:creationId xmlns:a16="http://schemas.microsoft.com/office/drawing/2014/main" id="{19042C75-DF66-43E2-9D6B-C4334CA7627D}"/>
              </a:ext>
            </a:extLst>
          </p:cNvPr>
          <p:cNvSpPr>
            <a:spLocks noGrp="1"/>
          </p:cNvSpPr>
          <p:nvPr/>
        </p:nvSpPr>
        <p:spPr>
          <a:xfrm>
            <a:off x="1562100" y="5181600"/>
            <a:ext cx="4495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Local process</a:t>
            </a:r>
          </a:p>
        </p:txBody>
      </p:sp>
      <p:sp>
        <p:nvSpPr>
          <p:cNvPr id="6" name="mode-local-subtitle">
            <a:extLst>
              <a:ext uri="{FF2B5EF4-FFF2-40B4-BE49-F238E27FC236}">
                <a16:creationId xmlns:a16="http://schemas.microsoft.com/office/drawing/2014/main" id="{FF3BAA72-AA28-421C-B656-76C9E476B457}"/>
              </a:ext>
            </a:extLst>
          </p:cNvPr>
          <p:cNvSpPr>
            <a:spLocks noGrp="1"/>
          </p:cNvSpPr>
          <p:nvPr/>
        </p:nvSpPr>
        <p:spPr>
          <a:xfrm>
            <a:off x="1562100" y="5581650"/>
            <a:ext cx="449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91A3B6"/>
                </a:solidFill>
              </a:defRPr>
            </a:pPr>
            <a:r>
              <a:rPr sz="1350">
                <a:solidFill>
                  <a:srgbClr val="91A3B6"/>
                </a:solidFill>
              </a:rPr>
              <a:t>Fastest dev path</a:t>
            </a:r>
          </a:p>
        </p:txBody>
      </p:sp>
      <p:sp>
        <p:nvSpPr>
          <p:cNvPr id="7" name="mode-local-rule">
            <a:extLst>
              <a:ext uri="{FF2B5EF4-FFF2-40B4-BE49-F238E27FC236}">
                <a16:creationId xmlns:a16="http://schemas.microsoft.com/office/drawing/2014/main" id="{43D68E41-14C6-43EA-B255-790791A664C0}"/>
              </a:ext>
            </a:extLst>
          </p:cNvPr>
          <p:cNvSpPr>
            <a:spLocks noGrp="1"/>
          </p:cNvSpPr>
          <p:nvPr/>
        </p:nvSpPr>
        <p:spPr>
          <a:xfrm>
            <a:off x="876300" y="6019800"/>
            <a:ext cx="5181600" cy="381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mode-local-item-dot-0">
            <a:extLst>
              <a:ext uri="{FF2B5EF4-FFF2-40B4-BE49-F238E27FC236}">
                <a16:creationId xmlns:a16="http://schemas.microsoft.com/office/drawing/2014/main" id="{DC3713B8-23FA-4CA7-8648-4A184B7E492D}"/>
              </a:ext>
            </a:extLst>
          </p:cNvPr>
          <p:cNvSpPr>
            <a:spLocks noGrp="1"/>
          </p:cNvSpPr>
          <p:nvPr/>
        </p:nvSpPr>
        <p:spPr>
          <a:xfrm>
            <a:off x="876300" y="62865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mode-local-item-text-0">
            <a:extLst>
              <a:ext uri="{FF2B5EF4-FFF2-40B4-BE49-F238E27FC236}">
                <a16:creationId xmlns:a16="http://schemas.microsoft.com/office/drawing/2014/main" id="{FDF7D65B-FEC8-452F-AD41-CF9C539E543F}"/>
              </a:ext>
            </a:extLst>
          </p:cNvPr>
          <p:cNvSpPr>
            <a:spLocks noGrp="1"/>
          </p:cNvSpPr>
          <p:nvPr/>
        </p:nvSpPr>
        <p:spPr>
          <a:xfrm>
            <a:off x="1143000" y="628650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Starts Symphony directly on the host.</a:t>
            </a:r>
          </a:p>
        </p:txBody>
      </p:sp>
      <p:sp>
        <p:nvSpPr>
          <p:cNvPr id="10" name="mode-local-item-dot-1">
            <a:extLst>
              <a:ext uri="{FF2B5EF4-FFF2-40B4-BE49-F238E27FC236}">
                <a16:creationId xmlns:a16="http://schemas.microsoft.com/office/drawing/2014/main" id="{B2698391-B3C8-4D48-9AE2-C08D2AB3DA1F}"/>
              </a:ext>
            </a:extLst>
          </p:cNvPr>
          <p:cNvSpPr>
            <a:spLocks noGrp="1"/>
          </p:cNvSpPr>
          <p:nvPr/>
        </p:nvSpPr>
        <p:spPr>
          <a:xfrm>
            <a:off x="876300" y="67627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mode-local-item-text-1">
            <a:extLst>
              <a:ext uri="{FF2B5EF4-FFF2-40B4-BE49-F238E27FC236}">
                <a16:creationId xmlns:a16="http://schemas.microsoft.com/office/drawing/2014/main" id="{EB4AD440-00AF-4B65-BC73-88202EC2E36D}"/>
              </a:ext>
            </a:extLst>
          </p:cNvPr>
          <p:cNvSpPr>
            <a:spLocks noGrp="1"/>
          </p:cNvSpPr>
          <p:nvPr/>
        </p:nvSpPr>
        <p:spPr>
          <a:xfrm>
            <a:off x="1143000" y="676275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Best for workstation and MVP inspection.</a:t>
            </a:r>
          </a:p>
        </p:txBody>
      </p:sp>
      <p:sp>
        <p:nvSpPr>
          <p:cNvPr id="12" name="mode-local-item-dot-2">
            <a:extLst>
              <a:ext uri="{FF2B5EF4-FFF2-40B4-BE49-F238E27FC236}">
                <a16:creationId xmlns:a16="http://schemas.microsoft.com/office/drawing/2014/main" id="{84AF0297-ED15-4EED-B020-FA34AB035A22}"/>
              </a:ext>
            </a:extLst>
          </p:cNvPr>
          <p:cNvSpPr>
            <a:spLocks noGrp="1"/>
          </p:cNvSpPr>
          <p:nvPr/>
        </p:nvSpPr>
        <p:spPr>
          <a:xfrm>
            <a:off x="876300" y="72390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mode-local-item-text-2">
            <a:extLst>
              <a:ext uri="{FF2B5EF4-FFF2-40B4-BE49-F238E27FC236}">
                <a16:creationId xmlns:a16="http://schemas.microsoft.com/office/drawing/2014/main" id="{BBC851EE-6274-44D3-8E25-84788A734770}"/>
              </a:ext>
            </a:extLst>
          </p:cNvPr>
          <p:cNvSpPr>
            <a:spLocks noGrp="1"/>
          </p:cNvSpPr>
          <p:nvPr/>
        </p:nvSpPr>
        <p:spPr>
          <a:xfrm>
            <a:off x="1143000" y="723900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Least isolated, easiest to debug.</a:t>
            </a:r>
          </a:p>
        </p:txBody>
      </p:sp>
      <p:sp>
        <p:nvSpPr>
          <p:cNvPr id="14" name="mode-docker-icon">
            <a:extLst>
              <a:ext uri="{FF2B5EF4-FFF2-40B4-BE49-F238E27FC236}">
                <a16:creationId xmlns:a16="http://schemas.microsoft.com/office/drawing/2014/main" id="{41DA6C01-E042-4DD3-BF3A-A23C0E127E32}"/>
              </a:ext>
            </a:extLst>
          </p:cNvPr>
          <p:cNvSpPr>
            <a:spLocks noGrp="1"/>
          </p:cNvSpPr>
          <p:nvPr/>
        </p:nvSpPr>
        <p:spPr>
          <a:xfrm>
            <a:off x="6553200" y="5257800"/>
            <a:ext cx="514350" cy="514350"/>
          </a:xfrm>
          <a:prstGeom prst="ellipse">
            <a:avLst/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mode-docker-title">
            <a:extLst>
              <a:ext uri="{FF2B5EF4-FFF2-40B4-BE49-F238E27FC236}">
                <a16:creationId xmlns:a16="http://schemas.microsoft.com/office/drawing/2014/main" id="{2075D607-4A92-4372-9511-35C367C80071}"/>
              </a:ext>
            </a:extLst>
          </p:cNvPr>
          <p:cNvSpPr>
            <a:spLocks noGrp="1"/>
          </p:cNvSpPr>
          <p:nvPr/>
        </p:nvSpPr>
        <p:spPr>
          <a:xfrm>
            <a:off x="7239000" y="5181600"/>
            <a:ext cx="4495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Local Docker</a:t>
            </a:r>
          </a:p>
        </p:txBody>
      </p:sp>
      <p:sp>
        <p:nvSpPr>
          <p:cNvPr id="16" name="mode-docker-subtitle">
            <a:extLst>
              <a:ext uri="{FF2B5EF4-FFF2-40B4-BE49-F238E27FC236}">
                <a16:creationId xmlns:a16="http://schemas.microsoft.com/office/drawing/2014/main" id="{2640F734-4A55-4EFE-A023-8F5C489F108C}"/>
              </a:ext>
            </a:extLst>
          </p:cNvPr>
          <p:cNvSpPr>
            <a:spLocks noGrp="1"/>
          </p:cNvSpPr>
          <p:nvPr/>
        </p:nvSpPr>
        <p:spPr>
          <a:xfrm>
            <a:off x="7239000" y="5581650"/>
            <a:ext cx="449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91A3B6"/>
                </a:solidFill>
              </a:defRPr>
            </a:pPr>
            <a:r>
              <a:rPr sz="1350">
                <a:solidFill>
                  <a:srgbClr val="91A3B6"/>
                </a:solidFill>
              </a:rPr>
              <a:t>First serious target</a:t>
            </a:r>
          </a:p>
        </p:txBody>
      </p:sp>
      <p:sp>
        <p:nvSpPr>
          <p:cNvPr id="17" name="mode-docker-rule">
            <a:extLst>
              <a:ext uri="{FF2B5EF4-FFF2-40B4-BE49-F238E27FC236}">
                <a16:creationId xmlns:a16="http://schemas.microsoft.com/office/drawing/2014/main" id="{123C371B-96A9-49CE-B73B-66D3F3EE4E7C}"/>
              </a:ext>
            </a:extLst>
          </p:cNvPr>
          <p:cNvSpPr>
            <a:spLocks noGrp="1"/>
          </p:cNvSpPr>
          <p:nvPr/>
        </p:nvSpPr>
        <p:spPr>
          <a:xfrm>
            <a:off x="6553200" y="6019800"/>
            <a:ext cx="5181600" cy="38100"/>
          </a:xfrm>
          <a:prstGeom prst="rect">
            <a:avLst/>
          </a:prstGeom>
          <a:solidFill>
            <a:srgbClr val="5AD7FF"/>
          </a:solidFill>
          <a:ln w="0">
            <a:solidFill>
              <a:srgbClr val="5AD7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mode-docker-item-dot-0">
            <a:extLst>
              <a:ext uri="{FF2B5EF4-FFF2-40B4-BE49-F238E27FC236}">
                <a16:creationId xmlns:a16="http://schemas.microsoft.com/office/drawing/2014/main" id="{48368348-6D78-49A3-A16E-53044E3C1E06}"/>
              </a:ext>
            </a:extLst>
          </p:cNvPr>
          <p:cNvSpPr>
            <a:spLocks noGrp="1"/>
          </p:cNvSpPr>
          <p:nvPr/>
        </p:nvSpPr>
        <p:spPr>
          <a:xfrm>
            <a:off x="6553200" y="62865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mode-docker-item-text-0">
            <a:extLst>
              <a:ext uri="{FF2B5EF4-FFF2-40B4-BE49-F238E27FC236}">
                <a16:creationId xmlns:a16="http://schemas.microsoft.com/office/drawing/2014/main" id="{5B495EC3-1F6A-478C-98EB-D0B18CC901C9}"/>
              </a:ext>
            </a:extLst>
          </p:cNvPr>
          <p:cNvSpPr>
            <a:spLocks noGrp="1"/>
          </p:cNvSpPr>
          <p:nvPr/>
        </p:nvSpPr>
        <p:spPr>
          <a:xfrm>
            <a:off x="6819900" y="628650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One Symphony container per repository.</a:t>
            </a:r>
          </a:p>
        </p:txBody>
      </p:sp>
      <p:sp>
        <p:nvSpPr>
          <p:cNvPr id="20" name="mode-docker-item-dot-1">
            <a:extLst>
              <a:ext uri="{FF2B5EF4-FFF2-40B4-BE49-F238E27FC236}">
                <a16:creationId xmlns:a16="http://schemas.microsoft.com/office/drawing/2014/main" id="{FBCCB330-E2A7-429D-9250-1954C75D6D1A}"/>
              </a:ext>
            </a:extLst>
          </p:cNvPr>
          <p:cNvSpPr>
            <a:spLocks noGrp="1"/>
          </p:cNvSpPr>
          <p:nvPr/>
        </p:nvSpPr>
        <p:spPr>
          <a:xfrm>
            <a:off x="6553200" y="67627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21" name="mode-docker-item-text-1">
            <a:extLst>
              <a:ext uri="{FF2B5EF4-FFF2-40B4-BE49-F238E27FC236}">
                <a16:creationId xmlns:a16="http://schemas.microsoft.com/office/drawing/2014/main" id="{EA20300C-5163-4247-915A-C413FBCF1D87}"/>
              </a:ext>
            </a:extLst>
          </p:cNvPr>
          <p:cNvSpPr>
            <a:spLocks noGrp="1"/>
          </p:cNvSpPr>
          <p:nvPr/>
        </p:nvSpPr>
        <p:spPr>
          <a:xfrm>
            <a:off x="6819900" y="6762750"/>
            <a:ext cx="49149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Mounted workflow, SQLite, workspaces, and Codex home.</a:t>
            </a:r>
          </a:p>
        </p:txBody>
      </p:sp>
      <p:sp>
        <p:nvSpPr>
          <p:cNvPr id="22" name="mode-docker-item-dot-2">
            <a:extLst>
              <a:ext uri="{FF2B5EF4-FFF2-40B4-BE49-F238E27FC236}">
                <a16:creationId xmlns:a16="http://schemas.microsoft.com/office/drawing/2014/main" id="{55DD923B-B008-4295-A276-167CC1AAC699}"/>
              </a:ext>
            </a:extLst>
          </p:cNvPr>
          <p:cNvSpPr>
            <a:spLocks noGrp="1"/>
          </p:cNvSpPr>
          <p:nvPr/>
        </p:nvSpPr>
        <p:spPr>
          <a:xfrm>
            <a:off x="6553200" y="74866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23" name="mode-docker-item-text-2">
            <a:extLst>
              <a:ext uri="{FF2B5EF4-FFF2-40B4-BE49-F238E27FC236}">
                <a16:creationId xmlns:a16="http://schemas.microsoft.com/office/drawing/2014/main" id="{4F28212F-2293-470E-B052-14B4840AAD2D}"/>
              </a:ext>
            </a:extLst>
          </p:cNvPr>
          <p:cNvSpPr>
            <a:spLocks noGrp="1"/>
          </p:cNvSpPr>
          <p:nvPr/>
        </p:nvSpPr>
        <p:spPr>
          <a:xfrm>
            <a:off x="6819900" y="748665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Clean restart, cleanup, and isolation.</a:t>
            </a:r>
          </a:p>
        </p:txBody>
      </p:sp>
      <p:sp>
        <p:nvSpPr>
          <p:cNvPr id="24" name="mode-azure-icon">
            <a:extLst>
              <a:ext uri="{FF2B5EF4-FFF2-40B4-BE49-F238E27FC236}">
                <a16:creationId xmlns:a16="http://schemas.microsoft.com/office/drawing/2014/main" id="{D4772318-C879-43DF-A312-06486CBB014A}"/>
              </a:ext>
            </a:extLst>
          </p:cNvPr>
          <p:cNvSpPr>
            <a:spLocks noGrp="1"/>
          </p:cNvSpPr>
          <p:nvPr/>
        </p:nvSpPr>
        <p:spPr>
          <a:xfrm>
            <a:off x="12230100" y="5257800"/>
            <a:ext cx="514350" cy="514350"/>
          </a:xfrm>
          <a:prstGeom prst="ellipse">
            <a:avLst/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mode-azure-title">
            <a:extLst>
              <a:ext uri="{FF2B5EF4-FFF2-40B4-BE49-F238E27FC236}">
                <a16:creationId xmlns:a16="http://schemas.microsoft.com/office/drawing/2014/main" id="{F9E9FD8E-6ECF-4A58-BA73-EBC16118F2C1}"/>
              </a:ext>
            </a:extLst>
          </p:cNvPr>
          <p:cNvSpPr>
            <a:spLocks noGrp="1"/>
          </p:cNvSpPr>
          <p:nvPr/>
        </p:nvSpPr>
        <p:spPr>
          <a:xfrm>
            <a:off x="12915900" y="5181600"/>
            <a:ext cx="4495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Azure containers</a:t>
            </a:r>
          </a:p>
        </p:txBody>
      </p:sp>
      <p:sp>
        <p:nvSpPr>
          <p:cNvPr id="26" name="mode-azure-subtitle">
            <a:extLst>
              <a:ext uri="{FF2B5EF4-FFF2-40B4-BE49-F238E27FC236}">
                <a16:creationId xmlns:a16="http://schemas.microsoft.com/office/drawing/2014/main" id="{388A5F18-80A6-4F7C-841F-142F0DCD8E71}"/>
              </a:ext>
            </a:extLst>
          </p:cNvPr>
          <p:cNvSpPr>
            <a:spLocks noGrp="1"/>
          </p:cNvSpPr>
          <p:nvPr/>
        </p:nvSpPr>
        <p:spPr>
          <a:xfrm>
            <a:off x="12915900" y="5581650"/>
            <a:ext cx="449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91A3B6"/>
                </a:solidFill>
              </a:defRPr>
            </a:pPr>
            <a:r>
              <a:rPr sz="1350">
                <a:solidFill>
                  <a:srgbClr val="91A3B6"/>
                </a:solidFill>
              </a:rPr>
              <a:t>Designed from day one</a:t>
            </a:r>
          </a:p>
        </p:txBody>
      </p:sp>
      <p:sp>
        <p:nvSpPr>
          <p:cNvPr id="27" name="mode-azure-rule">
            <a:extLst>
              <a:ext uri="{FF2B5EF4-FFF2-40B4-BE49-F238E27FC236}">
                <a16:creationId xmlns:a16="http://schemas.microsoft.com/office/drawing/2014/main" id="{C16EEFF9-EC4B-4602-ADBB-B89745CF4F26}"/>
              </a:ext>
            </a:extLst>
          </p:cNvPr>
          <p:cNvSpPr>
            <a:spLocks noGrp="1"/>
          </p:cNvSpPr>
          <p:nvPr/>
        </p:nvSpPr>
        <p:spPr>
          <a:xfrm>
            <a:off x="12230100" y="6019800"/>
            <a:ext cx="5181600" cy="38100"/>
          </a:xfrm>
          <a:prstGeom prst="rect">
            <a:avLst/>
          </a:prstGeom>
          <a:solidFill>
            <a:srgbClr val="FBBF24"/>
          </a:solidFill>
          <a:ln w="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mode-azure-item-dot-0">
            <a:extLst>
              <a:ext uri="{FF2B5EF4-FFF2-40B4-BE49-F238E27FC236}">
                <a16:creationId xmlns:a16="http://schemas.microsoft.com/office/drawing/2014/main" id="{92D28DDE-70E4-43A1-867C-64276A466232}"/>
              </a:ext>
            </a:extLst>
          </p:cNvPr>
          <p:cNvSpPr>
            <a:spLocks noGrp="1"/>
          </p:cNvSpPr>
          <p:nvPr/>
        </p:nvSpPr>
        <p:spPr>
          <a:xfrm>
            <a:off x="12230100" y="62865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29" name="mode-azure-item-text-0">
            <a:extLst>
              <a:ext uri="{FF2B5EF4-FFF2-40B4-BE49-F238E27FC236}">
                <a16:creationId xmlns:a16="http://schemas.microsoft.com/office/drawing/2014/main" id="{ADA44BBA-FDE4-4717-AE81-D5C7025E8771}"/>
              </a:ext>
            </a:extLst>
          </p:cNvPr>
          <p:cNvSpPr>
            <a:spLocks noGrp="1"/>
          </p:cNvSpPr>
          <p:nvPr/>
        </p:nvSpPr>
        <p:spPr>
          <a:xfrm>
            <a:off x="12496800" y="628650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Container Apps, Key Vault, Azure Files, and central logs.</a:t>
            </a:r>
          </a:p>
        </p:txBody>
      </p:sp>
      <p:sp>
        <p:nvSpPr>
          <p:cNvPr id="30" name="mode-azure-item-dot-1">
            <a:extLst>
              <a:ext uri="{FF2B5EF4-FFF2-40B4-BE49-F238E27FC236}">
                <a16:creationId xmlns:a16="http://schemas.microsoft.com/office/drawing/2014/main" id="{9035D9A3-0ABE-493A-BAC9-155F7AA184B1}"/>
              </a:ext>
            </a:extLst>
          </p:cNvPr>
          <p:cNvSpPr>
            <a:spLocks noGrp="1"/>
          </p:cNvSpPr>
          <p:nvPr/>
        </p:nvSpPr>
        <p:spPr>
          <a:xfrm>
            <a:off x="12230100" y="676275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31" name="mode-azure-item-text-1">
            <a:extLst>
              <a:ext uri="{FF2B5EF4-FFF2-40B4-BE49-F238E27FC236}">
                <a16:creationId xmlns:a16="http://schemas.microsoft.com/office/drawing/2014/main" id="{DE440454-FBCE-41D1-AB94-9CA30241EDDD}"/>
              </a:ext>
            </a:extLst>
          </p:cNvPr>
          <p:cNvSpPr>
            <a:spLocks noGrp="1"/>
          </p:cNvSpPr>
          <p:nvPr/>
        </p:nvSpPr>
        <p:spPr>
          <a:xfrm>
            <a:off x="12496800" y="676275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Managed identity and production observability.</a:t>
            </a:r>
          </a:p>
        </p:txBody>
      </p:sp>
      <p:sp>
        <p:nvSpPr>
          <p:cNvPr id="32" name="mode-azure-item-dot-2">
            <a:extLst>
              <a:ext uri="{FF2B5EF4-FFF2-40B4-BE49-F238E27FC236}">
                <a16:creationId xmlns:a16="http://schemas.microsoft.com/office/drawing/2014/main" id="{473D4EEF-5772-45F9-89E6-01634496F5EC}"/>
              </a:ext>
            </a:extLst>
          </p:cNvPr>
          <p:cNvSpPr>
            <a:spLocks noGrp="1"/>
          </p:cNvSpPr>
          <p:nvPr/>
        </p:nvSpPr>
        <p:spPr>
          <a:xfrm>
            <a:off x="12230100" y="7239000"/>
            <a:ext cx="123825" cy="123825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33" name="mode-azure-item-text-2">
            <a:extLst>
              <a:ext uri="{FF2B5EF4-FFF2-40B4-BE49-F238E27FC236}">
                <a16:creationId xmlns:a16="http://schemas.microsoft.com/office/drawing/2014/main" id="{88381881-1162-41E5-8894-701B6E2C7FC2}"/>
              </a:ext>
            </a:extLst>
          </p:cNvPr>
          <p:cNvSpPr>
            <a:spLocks noGrp="1"/>
          </p:cNvSpPr>
          <p:nvPr/>
        </p:nvSpPr>
        <p:spPr>
          <a:xfrm>
            <a:off x="12496800" y="7239000"/>
            <a:ext cx="4914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DDE7F0"/>
                </a:solidFill>
              </a:defRPr>
            </a:pPr>
            <a:r>
              <a:rPr sz="1650">
                <a:solidFill>
                  <a:srgbClr val="DDE7F0"/>
                </a:solidFill>
              </a:rPr>
              <a:t>Implemented after local runners mature.</a:t>
            </a:r>
          </a:p>
        </p:txBody>
      </p:sp>
      <p:sp>
        <p:nvSpPr>
          <p:cNvPr id="34" name="footer-brand-modes">
            <a:extLst>
              <a:ext uri="{FF2B5EF4-FFF2-40B4-BE49-F238E27FC236}">
                <a16:creationId xmlns:a16="http://schemas.microsoft.com/office/drawing/2014/main" id="{9DBF1BBC-1EB2-437F-938E-6AE21E6F952F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35" name="footer-label-modes">
            <a:extLst>
              <a:ext uri="{FF2B5EF4-FFF2-40B4-BE49-F238E27FC236}">
                <a16:creationId xmlns:a16="http://schemas.microsoft.com/office/drawing/2014/main" id="{3CE03A89-B6C6-488C-9076-EE83CA0CB9D5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MODES</a:t>
            </a:r>
          </a:p>
        </p:txBody>
      </p:sp>
    </p:spTree>
    <p:extLst>
      <p:ext uri="{BB962C8B-B14F-4D97-AF65-F5344CB8AC3E}">
        <p14:creationId xmlns:p14="http://schemas.microsoft.com/office/powerpoint/2010/main" val="14740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governance">
            <a:extLst>
              <a:ext uri="{FF2B5EF4-FFF2-40B4-BE49-F238E27FC236}">
                <a16:creationId xmlns:a16="http://schemas.microsoft.com/office/drawing/2014/main" id="{E0EC685E-8D08-4399-8D00-E9BCBCB3E2DB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CONTROL LOOP</a:t>
            </a:r>
          </a:p>
        </p:txBody>
      </p:sp>
      <p:sp>
        <p:nvSpPr>
          <p:cNvPr id="2" name="slide-title-governance">
            <a:extLst>
              <a:ext uri="{FF2B5EF4-FFF2-40B4-BE49-F238E27FC236}">
                <a16:creationId xmlns:a16="http://schemas.microsoft.com/office/drawing/2014/main" id="{2E8A1373-3F29-4063-B500-7A52EB6D6617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Visibility becomes governance</a:t>
            </a:r>
          </a:p>
        </p:txBody>
      </p:sp>
      <p:sp>
        <p:nvSpPr>
          <p:cNvPr id="3" name="governance-claim">
            <a:extLst>
              <a:ext uri="{FF2B5EF4-FFF2-40B4-BE49-F238E27FC236}">
                <a16:creationId xmlns:a16="http://schemas.microsoft.com/office/drawing/2014/main" id="{6CD9B53C-4C08-4C63-94A0-9ED741790FF9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5429250" cy="2133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Automation gets safer when it has tempo.</a:t>
            </a:r>
          </a:p>
        </p:txBody>
      </p:sp>
      <p:sp>
        <p:nvSpPr>
          <p:cNvPr id="4" name="governance-support">
            <a:extLst>
              <a:ext uri="{FF2B5EF4-FFF2-40B4-BE49-F238E27FC236}">
                <a16:creationId xmlns:a16="http://schemas.microsoft.com/office/drawing/2014/main" id="{D63A2AD1-E14A-498F-B320-6BB3686BBB47}"/>
              </a:ext>
            </a:extLst>
          </p:cNvPr>
          <p:cNvSpPr>
            <a:spLocks noGrp="1"/>
          </p:cNvSpPr>
          <p:nvPr/>
        </p:nvSpPr>
        <p:spPr>
          <a:xfrm>
            <a:off x="876300" y="6305550"/>
            <a:ext cx="6457950" cy="1009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91A3B6"/>
                </a:solidFill>
              </a:defRPr>
            </a:pPr>
            <a:r>
              <a:rPr sz="2175">
                <a:solidFill>
                  <a:srgbClr val="91A3B6"/>
                </a:solidFill>
              </a:rPr>
              <a:t>Conductor is not just a dashboard. It turns fleet telemetry into decisions: pause, retry, restart, escalate, approve, report.</a:t>
            </a:r>
          </a:p>
        </p:txBody>
      </p:sp>
      <p:sp>
        <p:nvSpPr>
          <p:cNvPr id="5" name="gov-policy">
            <a:extLst>
              <a:ext uri="{FF2B5EF4-FFF2-40B4-BE49-F238E27FC236}">
                <a16:creationId xmlns:a16="http://schemas.microsoft.com/office/drawing/2014/main" id="{E77C3D94-8859-49FA-A3E5-C34A5FB13DD7}"/>
              </a:ext>
            </a:extLst>
          </p:cNvPr>
          <p:cNvSpPr>
            <a:spLocks noGrp="1"/>
          </p:cNvSpPr>
          <p:nvPr/>
        </p:nvSpPr>
        <p:spPr>
          <a:xfrm>
            <a:off x="8725853" y="3181350"/>
            <a:ext cx="8685848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gov-policy-mark">
            <a:extLst>
              <a:ext uri="{FF2B5EF4-FFF2-40B4-BE49-F238E27FC236}">
                <a16:creationId xmlns:a16="http://schemas.microsoft.com/office/drawing/2014/main" id="{87FC2C73-3EE9-4F8B-BC75-F41681DA047F}"/>
              </a:ext>
            </a:extLst>
          </p:cNvPr>
          <p:cNvSpPr>
            <a:spLocks noGrp="1"/>
          </p:cNvSpPr>
          <p:nvPr/>
        </p:nvSpPr>
        <p:spPr>
          <a:xfrm>
            <a:off x="9067800" y="33528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7" name="gov-policy-label">
            <a:extLst>
              <a:ext uri="{FF2B5EF4-FFF2-40B4-BE49-F238E27FC236}">
                <a16:creationId xmlns:a16="http://schemas.microsoft.com/office/drawing/2014/main" id="{3C861AEE-96FD-4AD4-8DB9-ECB7E063B645}"/>
              </a:ext>
            </a:extLst>
          </p:cNvPr>
          <p:cNvSpPr>
            <a:spLocks noGrp="1"/>
          </p:cNvSpPr>
          <p:nvPr/>
        </p:nvSpPr>
        <p:spPr>
          <a:xfrm>
            <a:off x="9429750" y="35242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Policy</a:t>
            </a:r>
          </a:p>
        </p:txBody>
      </p:sp>
      <p:sp>
        <p:nvSpPr>
          <p:cNvPr id="8" name="gov-policy-details">
            <a:extLst>
              <a:ext uri="{FF2B5EF4-FFF2-40B4-BE49-F238E27FC236}">
                <a16:creationId xmlns:a16="http://schemas.microsoft.com/office/drawing/2014/main" id="{64BBE2A1-9301-41AA-A56A-ADA23B1F8F58}"/>
              </a:ext>
            </a:extLst>
          </p:cNvPr>
          <p:cNvSpPr>
            <a:spLocks noGrp="1"/>
          </p:cNvSpPr>
          <p:nvPr/>
        </p:nvSpPr>
        <p:spPr>
          <a:xfrm>
            <a:off x="13696950" y="3276600"/>
            <a:ext cx="33909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Concurrency caps, daily token budgets, human approval categories, and pause conditions.</a:t>
            </a:r>
          </a:p>
        </p:txBody>
      </p:sp>
      <p:sp>
        <p:nvSpPr>
          <p:cNvPr id="9" name="gov-alerts">
            <a:extLst>
              <a:ext uri="{FF2B5EF4-FFF2-40B4-BE49-F238E27FC236}">
                <a16:creationId xmlns:a16="http://schemas.microsoft.com/office/drawing/2014/main" id="{B38115D0-425A-413A-9185-4F03342D86F9}"/>
              </a:ext>
            </a:extLst>
          </p:cNvPr>
          <p:cNvSpPr>
            <a:spLocks noGrp="1"/>
          </p:cNvSpPr>
          <p:nvPr/>
        </p:nvSpPr>
        <p:spPr>
          <a:xfrm>
            <a:off x="8725853" y="4438650"/>
            <a:ext cx="8685848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gov-alerts-mark">
            <a:extLst>
              <a:ext uri="{FF2B5EF4-FFF2-40B4-BE49-F238E27FC236}">
                <a16:creationId xmlns:a16="http://schemas.microsoft.com/office/drawing/2014/main" id="{F3896F3E-9875-4958-8932-4B0A92C7839D}"/>
              </a:ext>
            </a:extLst>
          </p:cNvPr>
          <p:cNvSpPr>
            <a:spLocks noGrp="1"/>
          </p:cNvSpPr>
          <p:nvPr/>
        </p:nvSpPr>
        <p:spPr>
          <a:xfrm>
            <a:off x="9067800" y="46101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gov-alerts-label">
            <a:extLst>
              <a:ext uri="{FF2B5EF4-FFF2-40B4-BE49-F238E27FC236}">
                <a16:creationId xmlns:a16="http://schemas.microsoft.com/office/drawing/2014/main" id="{D96731AA-2C9B-4974-866B-00E77F116D57}"/>
              </a:ext>
            </a:extLst>
          </p:cNvPr>
          <p:cNvSpPr>
            <a:spLocks noGrp="1"/>
          </p:cNvSpPr>
          <p:nvPr/>
        </p:nvSpPr>
        <p:spPr>
          <a:xfrm>
            <a:off x="9429750" y="47815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Alerts</a:t>
            </a:r>
          </a:p>
        </p:txBody>
      </p:sp>
      <p:sp>
        <p:nvSpPr>
          <p:cNvPr id="12" name="gov-alerts-details">
            <a:extLst>
              <a:ext uri="{FF2B5EF4-FFF2-40B4-BE49-F238E27FC236}">
                <a16:creationId xmlns:a16="http://schemas.microsoft.com/office/drawing/2014/main" id="{DB143276-0AAF-407B-AEFD-7DB194BF8976}"/>
              </a:ext>
            </a:extLst>
          </p:cNvPr>
          <p:cNvSpPr>
            <a:spLocks noGrp="1"/>
          </p:cNvSpPr>
          <p:nvPr/>
        </p:nvSpPr>
        <p:spPr>
          <a:xfrm>
            <a:off x="13696950" y="4533900"/>
            <a:ext cx="33909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Offline instances, repeated failures, stalled runs, rate-limit pressure, and waiting PRs.</a:t>
            </a:r>
          </a:p>
        </p:txBody>
      </p:sp>
      <p:sp>
        <p:nvSpPr>
          <p:cNvPr id="13" name="gov-reports">
            <a:extLst>
              <a:ext uri="{FF2B5EF4-FFF2-40B4-BE49-F238E27FC236}">
                <a16:creationId xmlns:a16="http://schemas.microsoft.com/office/drawing/2014/main" id="{94239C46-A3D0-49BB-ABD7-D42DAFAAD1F1}"/>
              </a:ext>
            </a:extLst>
          </p:cNvPr>
          <p:cNvSpPr>
            <a:spLocks noGrp="1"/>
          </p:cNvSpPr>
          <p:nvPr/>
        </p:nvSpPr>
        <p:spPr>
          <a:xfrm>
            <a:off x="8725853" y="5695950"/>
            <a:ext cx="8685848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gov-reports-mark">
            <a:extLst>
              <a:ext uri="{FF2B5EF4-FFF2-40B4-BE49-F238E27FC236}">
                <a16:creationId xmlns:a16="http://schemas.microsoft.com/office/drawing/2014/main" id="{E528ABBF-CD3B-46E0-8F4C-BBC70FD6D493}"/>
              </a:ext>
            </a:extLst>
          </p:cNvPr>
          <p:cNvSpPr>
            <a:spLocks noGrp="1"/>
          </p:cNvSpPr>
          <p:nvPr/>
        </p:nvSpPr>
        <p:spPr>
          <a:xfrm>
            <a:off x="9067800" y="58674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gov-reports-label">
            <a:extLst>
              <a:ext uri="{FF2B5EF4-FFF2-40B4-BE49-F238E27FC236}">
                <a16:creationId xmlns:a16="http://schemas.microsoft.com/office/drawing/2014/main" id="{2C0F4360-C117-4BD1-9D84-765E0E96D3B3}"/>
              </a:ext>
            </a:extLst>
          </p:cNvPr>
          <p:cNvSpPr>
            <a:spLocks noGrp="1"/>
          </p:cNvSpPr>
          <p:nvPr/>
        </p:nvSpPr>
        <p:spPr>
          <a:xfrm>
            <a:off x="9429750" y="60388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Reports</a:t>
            </a:r>
          </a:p>
        </p:txBody>
      </p:sp>
      <p:sp>
        <p:nvSpPr>
          <p:cNvPr id="16" name="gov-reports-details">
            <a:extLst>
              <a:ext uri="{FF2B5EF4-FFF2-40B4-BE49-F238E27FC236}">
                <a16:creationId xmlns:a16="http://schemas.microsoft.com/office/drawing/2014/main" id="{24891B77-A10D-4296-93A1-D18B51D3A634}"/>
              </a:ext>
            </a:extLst>
          </p:cNvPr>
          <p:cNvSpPr>
            <a:spLocks noGrp="1"/>
          </p:cNvSpPr>
          <p:nvPr/>
        </p:nvSpPr>
        <p:spPr>
          <a:xfrm>
            <a:off x="13696950" y="5791200"/>
            <a:ext cx="33909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Daily delivery brief, weekly software factory report, and client/project status.</a:t>
            </a:r>
          </a:p>
        </p:txBody>
      </p:sp>
      <p:sp>
        <p:nvSpPr>
          <p:cNvPr id="17" name="gov-audit">
            <a:extLst>
              <a:ext uri="{FF2B5EF4-FFF2-40B4-BE49-F238E27FC236}">
                <a16:creationId xmlns:a16="http://schemas.microsoft.com/office/drawing/2014/main" id="{82035079-0203-442B-BD04-6F86FCD9EE86}"/>
              </a:ext>
            </a:extLst>
          </p:cNvPr>
          <p:cNvSpPr>
            <a:spLocks noGrp="1"/>
          </p:cNvSpPr>
          <p:nvPr/>
        </p:nvSpPr>
        <p:spPr>
          <a:xfrm>
            <a:off x="8725853" y="6953250"/>
            <a:ext cx="8685848" cy="1009650"/>
          </a:xfrm>
          <a:prstGeom prst="roundRect">
            <a:avLst>
              <a:gd name="adj" fmla="val 16981"/>
            </a:avLst>
          </a:prstGeom>
          <a:solidFill>
            <a:srgbClr val="0D1825"/>
          </a:solidFill>
          <a:ln w="9525">
            <a:solidFill>
              <a:srgbClr val="23334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gov-audit-mark">
            <a:extLst>
              <a:ext uri="{FF2B5EF4-FFF2-40B4-BE49-F238E27FC236}">
                <a16:creationId xmlns:a16="http://schemas.microsoft.com/office/drawing/2014/main" id="{4930E2A9-DBE9-42C3-B62F-05E3C97503CF}"/>
              </a:ext>
            </a:extLst>
          </p:cNvPr>
          <p:cNvSpPr>
            <a:spLocks noGrp="1"/>
          </p:cNvSpPr>
          <p:nvPr/>
        </p:nvSpPr>
        <p:spPr>
          <a:xfrm>
            <a:off x="9067800" y="7124700"/>
            <a:ext cx="114300" cy="685800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gov-audit-label">
            <a:extLst>
              <a:ext uri="{FF2B5EF4-FFF2-40B4-BE49-F238E27FC236}">
                <a16:creationId xmlns:a16="http://schemas.microsoft.com/office/drawing/2014/main" id="{E99615C5-20B9-4956-B47D-12852BEFC98E}"/>
              </a:ext>
            </a:extLst>
          </p:cNvPr>
          <p:cNvSpPr>
            <a:spLocks noGrp="1"/>
          </p:cNvSpPr>
          <p:nvPr/>
        </p:nvSpPr>
        <p:spPr>
          <a:xfrm>
            <a:off x="9429750" y="7296150"/>
            <a:ext cx="4000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Audit</a:t>
            </a:r>
          </a:p>
        </p:txBody>
      </p:sp>
      <p:sp>
        <p:nvSpPr>
          <p:cNvPr id="20" name="gov-audit-details">
            <a:extLst>
              <a:ext uri="{FF2B5EF4-FFF2-40B4-BE49-F238E27FC236}">
                <a16:creationId xmlns:a16="http://schemas.microsoft.com/office/drawing/2014/main" id="{944E62D2-7536-4365-A088-AB22AF106762}"/>
              </a:ext>
            </a:extLst>
          </p:cNvPr>
          <p:cNvSpPr>
            <a:spLocks noGrp="1"/>
          </p:cNvSpPr>
          <p:nvPr/>
        </p:nvSpPr>
        <p:spPr>
          <a:xfrm>
            <a:off x="13696950" y="7048500"/>
            <a:ext cx="33909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91A3B6"/>
                </a:solidFill>
              </a:defRPr>
            </a:pPr>
            <a:r>
              <a:rPr sz="1800">
                <a:solidFill>
                  <a:srgbClr val="91A3B6"/>
                </a:solidFill>
              </a:rPr>
              <a:t>Privileged lifecycle changes, secret operations, policy changes, and provisioning outcomes.</a:t>
            </a:r>
          </a:p>
        </p:txBody>
      </p:sp>
      <p:sp>
        <p:nvSpPr>
          <p:cNvPr id="21" name="footer-brand-governance">
            <a:extLst>
              <a:ext uri="{FF2B5EF4-FFF2-40B4-BE49-F238E27FC236}">
                <a16:creationId xmlns:a16="http://schemas.microsoft.com/office/drawing/2014/main" id="{A538A611-A4EA-4B07-9E73-F90123A2B435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22" name="footer-label-governance">
            <a:extLst>
              <a:ext uri="{FF2B5EF4-FFF2-40B4-BE49-F238E27FC236}">
                <a16:creationId xmlns:a16="http://schemas.microsoft.com/office/drawing/2014/main" id="{313A7C17-1825-408D-801B-51AF858C3D06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GOVERNANCE</a:t>
            </a:r>
          </a:p>
        </p:txBody>
      </p:sp>
    </p:spTree>
    <p:extLst>
      <p:ext uri="{BB962C8B-B14F-4D97-AF65-F5344CB8AC3E}">
        <p14:creationId xmlns:p14="http://schemas.microsoft.com/office/powerpoint/2010/main" val="1408564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-roadmap">
            <a:extLst>
              <a:ext uri="{FF2B5EF4-FFF2-40B4-BE49-F238E27FC236}">
                <a16:creationId xmlns:a16="http://schemas.microsoft.com/office/drawing/2014/main" id="{397E9159-177D-443C-8922-E47AE60D9316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5AD7FF"/>
                </a:solidFill>
              </a:defRPr>
            </a:pPr>
            <a:r>
              <a:rPr sz="1350" b="1">
                <a:solidFill>
                  <a:srgbClr val="5AD7FF"/>
                </a:solidFill>
              </a:rPr>
              <a:t>MVP PATH</a:t>
            </a:r>
          </a:p>
        </p:txBody>
      </p:sp>
      <p:sp>
        <p:nvSpPr>
          <p:cNvPr id="2" name="slide-title-roadmap">
            <a:extLst>
              <a:ext uri="{FF2B5EF4-FFF2-40B4-BE49-F238E27FC236}">
                <a16:creationId xmlns:a16="http://schemas.microsoft.com/office/drawing/2014/main" id="{EEECFECC-1D05-4910-B129-637E52DBC127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165354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The roadmap is deliberately phased</a:t>
            </a:r>
          </a:p>
        </p:txBody>
      </p:sp>
      <p:sp>
        <p:nvSpPr>
          <p:cNvPr id="3" name="roadmap-lead">
            <a:extLst>
              <a:ext uri="{FF2B5EF4-FFF2-40B4-BE49-F238E27FC236}">
                <a16:creationId xmlns:a16="http://schemas.microsoft.com/office/drawing/2014/main" id="{C338B9FB-D35B-4D29-A21C-97F5900C5A89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120967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Build the operating view first. Then earn the right to automate more.</a:t>
            </a:r>
          </a:p>
        </p:txBody>
      </p:sp>
      <p:sp>
        <p:nvSpPr>
          <p:cNvPr id="4" name="roadmap-1-num">
            <a:extLst>
              <a:ext uri="{FF2B5EF4-FFF2-40B4-BE49-F238E27FC236}">
                <a16:creationId xmlns:a16="http://schemas.microsoft.com/office/drawing/2014/main" id="{17909626-A237-47E0-8DDB-099C315B61BF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roadmap-1-num-text">
            <a:extLst>
              <a:ext uri="{FF2B5EF4-FFF2-40B4-BE49-F238E27FC236}">
                <a16:creationId xmlns:a16="http://schemas.microsoft.com/office/drawing/2014/main" id="{AE0FC5D5-F377-4695-B132-5A6A2F57CC3C}"/>
              </a:ext>
            </a:extLst>
          </p:cNvPr>
          <p:cNvSpPr>
            <a:spLocks noGrp="1"/>
          </p:cNvSpPr>
          <p:nvPr/>
        </p:nvSpPr>
        <p:spPr>
          <a:xfrm>
            <a:off x="1123950" y="5124450"/>
            <a:ext cx="114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071018"/>
                </a:solidFill>
              </a:defRPr>
            </a:pPr>
            <a:r>
              <a:rPr sz="2025" b="1">
                <a:solidFill>
                  <a:srgbClr val="071018"/>
                </a:solidFill>
              </a:rPr>
              <a:t>1</a:t>
            </a:r>
          </a:p>
        </p:txBody>
      </p:sp>
      <p:sp>
        <p:nvSpPr>
          <p:cNvPr id="6" name="roadmap-1-line">
            <a:extLst>
              <a:ext uri="{FF2B5EF4-FFF2-40B4-BE49-F238E27FC236}">
                <a16:creationId xmlns:a16="http://schemas.microsoft.com/office/drawing/2014/main" id="{BB69A5B2-1D98-4AF2-94F8-F03012C69D47}"/>
              </a:ext>
            </a:extLst>
          </p:cNvPr>
          <p:cNvSpPr>
            <a:spLocks noGrp="1"/>
          </p:cNvSpPr>
          <p:nvPr/>
        </p:nvSpPr>
        <p:spPr>
          <a:xfrm>
            <a:off x="1638300" y="5257800"/>
            <a:ext cx="2362200" cy="3810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roadmap-1-title">
            <a:extLst>
              <a:ext uri="{FF2B5EF4-FFF2-40B4-BE49-F238E27FC236}">
                <a16:creationId xmlns:a16="http://schemas.microsoft.com/office/drawing/2014/main" id="{5EC5649A-2847-463A-A414-08C182C84400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3124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Fleet visibility</a:t>
            </a:r>
          </a:p>
        </p:txBody>
      </p:sp>
      <p:sp>
        <p:nvSpPr>
          <p:cNvPr id="8" name="roadmap-1-result">
            <a:extLst>
              <a:ext uri="{FF2B5EF4-FFF2-40B4-BE49-F238E27FC236}">
                <a16:creationId xmlns:a16="http://schemas.microsoft.com/office/drawing/2014/main" id="{5FC1F4BB-E866-4E77-8826-D03C8186E779}"/>
              </a:ext>
            </a:extLst>
          </p:cNvPr>
          <p:cNvSpPr>
            <a:spLocks noGrp="1"/>
          </p:cNvSpPr>
          <p:nvPr/>
        </p:nvSpPr>
        <p:spPr>
          <a:xfrm>
            <a:off x="876300" y="6191250"/>
            <a:ext cx="28384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91A3B6"/>
                </a:solidFill>
              </a:defRPr>
            </a:pPr>
            <a:r>
              <a:rPr sz="1500">
                <a:solidFill>
                  <a:srgbClr val="91A3B6"/>
                </a:solidFill>
              </a:rPr>
              <a:t>Point at existing Symphony instances and see health, state, and work.</a:t>
            </a:r>
          </a:p>
        </p:txBody>
      </p:sp>
      <p:sp>
        <p:nvSpPr>
          <p:cNvPr id="9" name="roadmap-2-num">
            <a:extLst>
              <a:ext uri="{FF2B5EF4-FFF2-40B4-BE49-F238E27FC236}">
                <a16:creationId xmlns:a16="http://schemas.microsoft.com/office/drawing/2014/main" id="{2FDA4659-CE4E-4F54-B2C3-4C41EF67F6AE}"/>
              </a:ext>
            </a:extLst>
          </p:cNvPr>
          <p:cNvSpPr>
            <a:spLocks noGrp="1"/>
          </p:cNvSpPr>
          <p:nvPr/>
        </p:nvSpPr>
        <p:spPr>
          <a:xfrm>
            <a:off x="4229100" y="49720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5AD7FF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roadmap-2-num-text">
            <a:extLst>
              <a:ext uri="{FF2B5EF4-FFF2-40B4-BE49-F238E27FC236}">
                <a16:creationId xmlns:a16="http://schemas.microsoft.com/office/drawing/2014/main" id="{B0748217-04A5-4906-8176-1CAA71EE2FDA}"/>
              </a:ext>
            </a:extLst>
          </p:cNvPr>
          <p:cNvSpPr>
            <a:spLocks noGrp="1"/>
          </p:cNvSpPr>
          <p:nvPr/>
        </p:nvSpPr>
        <p:spPr>
          <a:xfrm>
            <a:off x="4476750" y="5124450"/>
            <a:ext cx="114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071018"/>
                </a:solidFill>
              </a:defRPr>
            </a:pPr>
            <a:r>
              <a:rPr sz="2025" b="1">
                <a:solidFill>
                  <a:srgbClr val="071018"/>
                </a:solidFill>
              </a:rPr>
              <a:t>2</a:t>
            </a:r>
          </a:p>
        </p:txBody>
      </p:sp>
      <p:sp>
        <p:nvSpPr>
          <p:cNvPr id="11" name="roadmap-2-line">
            <a:extLst>
              <a:ext uri="{FF2B5EF4-FFF2-40B4-BE49-F238E27FC236}">
                <a16:creationId xmlns:a16="http://schemas.microsoft.com/office/drawing/2014/main" id="{DBB2432F-B4F6-4971-9983-6DE5C8232F61}"/>
              </a:ext>
            </a:extLst>
          </p:cNvPr>
          <p:cNvSpPr>
            <a:spLocks noGrp="1"/>
          </p:cNvSpPr>
          <p:nvPr/>
        </p:nvSpPr>
        <p:spPr>
          <a:xfrm>
            <a:off x="4991100" y="5257800"/>
            <a:ext cx="2362200" cy="38100"/>
          </a:xfrm>
          <a:prstGeom prst="rect">
            <a:avLst/>
          </a:prstGeom>
          <a:solidFill>
            <a:srgbClr val="5AD7FF"/>
          </a:solidFill>
          <a:ln w="0">
            <a:solidFill>
              <a:srgbClr val="5AD7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oadmap-2-title">
            <a:extLst>
              <a:ext uri="{FF2B5EF4-FFF2-40B4-BE49-F238E27FC236}">
                <a16:creationId xmlns:a16="http://schemas.microsoft.com/office/drawing/2014/main" id="{4B3AA27C-39A0-4FAF-8C54-3C77907513FC}"/>
              </a:ext>
            </a:extLst>
          </p:cNvPr>
          <p:cNvSpPr>
            <a:spLocks noGrp="1"/>
          </p:cNvSpPr>
          <p:nvPr/>
        </p:nvSpPr>
        <p:spPr>
          <a:xfrm>
            <a:off x="4229100" y="5715000"/>
            <a:ext cx="3124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Local orchestration</a:t>
            </a:r>
          </a:p>
        </p:txBody>
      </p:sp>
      <p:sp>
        <p:nvSpPr>
          <p:cNvPr id="13" name="roadmap-2-result">
            <a:extLst>
              <a:ext uri="{FF2B5EF4-FFF2-40B4-BE49-F238E27FC236}">
                <a16:creationId xmlns:a16="http://schemas.microsoft.com/office/drawing/2014/main" id="{F4086368-7993-47D3-A374-B6CF1C17E1DE}"/>
              </a:ext>
            </a:extLst>
          </p:cNvPr>
          <p:cNvSpPr>
            <a:spLocks noGrp="1"/>
          </p:cNvSpPr>
          <p:nvPr/>
        </p:nvSpPr>
        <p:spPr>
          <a:xfrm>
            <a:off x="4229100" y="6191250"/>
            <a:ext cx="2552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91A3B6"/>
                </a:solidFill>
              </a:defRPr>
            </a:pPr>
            <a:r>
              <a:rPr sz="1500">
                <a:solidFill>
                  <a:srgbClr val="91A3B6"/>
                </a:solidFill>
              </a:rPr>
              <a:t>Import a repo and run Symphony locally or in Docker.</a:t>
            </a:r>
          </a:p>
        </p:txBody>
      </p:sp>
      <p:sp>
        <p:nvSpPr>
          <p:cNvPr id="14" name="roadmap-3-num">
            <a:extLst>
              <a:ext uri="{FF2B5EF4-FFF2-40B4-BE49-F238E27FC236}">
                <a16:creationId xmlns:a16="http://schemas.microsoft.com/office/drawing/2014/main" id="{414F2A20-B2EE-45A5-9C26-AA47F6AE9A32}"/>
              </a:ext>
            </a:extLst>
          </p:cNvPr>
          <p:cNvSpPr>
            <a:spLocks noGrp="1"/>
          </p:cNvSpPr>
          <p:nvPr/>
        </p:nvSpPr>
        <p:spPr>
          <a:xfrm>
            <a:off x="7581900" y="49720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A855F7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roadmap-3-num-text">
            <a:extLst>
              <a:ext uri="{FF2B5EF4-FFF2-40B4-BE49-F238E27FC236}">
                <a16:creationId xmlns:a16="http://schemas.microsoft.com/office/drawing/2014/main" id="{90D06853-DBA8-45AD-8CEB-A9078B6BD60C}"/>
              </a:ext>
            </a:extLst>
          </p:cNvPr>
          <p:cNvSpPr>
            <a:spLocks noGrp="1"/>
          </p:cNvSpPr>
          <p:nvPr/>
        </p:nvSpPr>
        <p:spPr>
          <a:xfrm>
            <a:off x="7829550" y="5124450"/>
            <a:ext cx="114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071018"/>
                </a:solidFill>
              </a:defRPr>
            </a:pPr>
            <a:r>
              <a:rPr sz="2025" b="1">
                <a:solidFill>
                  <a:srgbClr val="071018"/>
                </a:solidFill>
              </a:rPr>
              <a:t>3</a:t>
            </a:r>
          </a:p>
        </p:txBody>
      </p:sp>
      <p:sp>
        <p:nvSpPr>
          <p:cNvPr id="16" name="roadmap-3-line">
            <a:extLst>
              <a:ext uri="{FF2B5EF4-FFF2-40B4-BE49-F238E27FC236}">
                <a16:creationId xmlns:a16="http://schemas.microsoft.com/office/drawing/2014/main" id="{61103D01-18DD-459A-AC79-9684EF8533BE}"/>
              </a:ext>
            </a:extLst>
          </p:cNvPr>
          <p:cNvSpPr>
            <a:spLocks noGrp="1"/>
          </p:cNvSpPr>
          <p:nvPr/>
        </p:nvSpPr>
        <p:spPr>
          <a:xfrm>
            <a:off x="8343900" y="5257800"/>
            <a:ext cx="2362200" cy="38100"/>
          </a:xfrm>
          <a:prstGeom prst="rect">
            <a:avLst/>
          </a:prstGeom>
          <a:solidFill>
            <a:srgbClr val="A855F7"/>
          </a:solidFill>
          <a:ln w="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roadmap-3-title">
            <a:extLst>
              <a:ext uri="{FF2B5EF4-FFF2-40B4-BE49-F238E27FC236}">
                <a16:creationId xmlns:a16="http://schemas.microsoft.com/office/drawing/2014/main" id="{AF7AF21D-167F-4805-A44F-EA85BF1FF2B5}"/>
              </a:ext>
            </a:extLst>
          </p:cNvPr>
          <p:cNvSpPr>
            <a:spLocks noGrp="1"/>
          </p:cNvSpPr>
          <p:nvPr/>
        </p:nvSpPr>
        <p:spPr>
          <a:xfrm>
            <a:off x="7581900" y="5715000"/>
            <a:ext cx="3124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Reporting</a:t>
            </a:r>
          </a:p>
        </p:txBody>
      </p:sp>
      <p:sp>
        <p:nvSpPr>
          <p:cNvPr id="18" name="roadmap-3-result">
            <a:extLst>
              <a:ext uri="{FF2B5EF4-FFF2-40B4-BE49-F238E27FC236}">
                <a16:creationId xmlns:a16="http://schemas.microsoft.com/office/drawing/2014/main" id="{93A0CE20-ABC6-4168-A3D3-3D202741E116}"/>
              </a:ext>
            </a:extLst>
          </p:cNvPr>
          <p:cNvSpPr>
            <a:spLocks noGrp="1"/>
          </p:cNvSpPr>
          <p:nvPr/>
        </p:nvSpPr>
        <p:spPr>
          <a:xfrm>
            <a:off x="7581900" y="6191250"/>
            <a:ext cx="2533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91A3B6"/>
                </a:solidFill>
              </a:defRPr>
            </a:pPr>
            <a:r>
              <a:rPr sz="1500">
                <a:solidFill>
                  <a:srgbClr val="91A3B6"/>
                </a:solidFill>
              </a:rPr>
              <a:t>Generate delivery, reliability, and client-facing briefs.</a:t>
            </a:r>
          </a:p>
        </p:txBody>
      </p:sp>
      <p:sp>
        <p:nvSpPr>
          <p:cNvPr id="19" name="roadmap-4-num">
            <a:extLst>
              <a:ext uri="{FF2B5EF4-FFF2-40B4-BE49-F238E27FC236}">
                <a16:creationId xmlns:a16="http://schemas.microsoft.com/office/drawing/2014/main" id="{A4E819DD-F873-4765-B99C-ED641AB9EFA7}"/>
              </a:ext>
            </a:extLst>
          </p:cNvPr>
          <p:cNvSpPr>
            <a:spLocks noGrp="1"/>
          </p:cNvSpPr>
          <p:nvPr/>
        </p:nvSpPr>
        <p:spPr>
          <a:xfrm>
            <a:off x="10934700" y="49720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  <p:txBody>
          <a:bodyPr/>
          <a:lstStyle/>
          <a:p>
            <a:endParaRPr lang="en-AU"/>
          </a:p>
        </p:txBody>
      </p:sp>
      <p:sp>
        <p:nvSpPr>
          <p:cNvPr id="20" name="roadmap-4-num-text">
            <a:extLst>
              <a:ext uri="{FF2B5EF4-FFF2-40B4-BE49-F238E27FC236}">
                <a16:creationId xmlns:a16="http://schemas.microsoft.com/office/drawing/2014/main" id="{0365F1EA-FE61-44D2-AA0F-F9F60A3E7DA7}"/>
              </a:ext>
            </a:extLst>
          </p:cNvPr>
          <p:cNvSpPr>
            <a:spLocks noGrp="1"/>
          </p:cNvSpPr>
          <p:nvPr/>
        </p:nvSpPr>
        <p:spPr>
          <a:xfrm>
            <a:off x="11182350" y="5124450"/>
            <a:ext cx="114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071018"/>
                </a:solidFill>
              </a:defRPr>
            </a:pPr>
            <a:r>
              <a:rPr sz="2025" b="1">
                <a:solidFill>
                  <a:srgbClr val="071018"/>
                </a:solidFill>
              </a:rPr>
              <a:t>4</a:t>
            </a:r>
          </a:p>
        </p:txBody>
      </p:sp>
      <p:sp>
        <p:nvSpPr>
          <p:cNvPr id="21" name="roadmap-4-line">
            <a:extLst>
              <a:ext uri="{FF2B5EF4-FFF2-40B4-BE49-F238E27FC236}">
                <a16:creationId xmlns:a16="http://schemas.microsoft.com/office/drawing/2014/main" id="{8B343997-FC6D-4B57-879E-0D4D5602A6AB}"/>
              </a:ext>
            </a:extLst>
          </p:cNvPr>
          <p:cNvSpPr>
            <a:spLocks noGrp="1"/>
          </p:cNvSpPr>
          <p:nvPr/>
        </p:nvSpPr>
        <p:spPr>
          <a:xfrm>
            <a:off x="11696700" y="5257800"/>
            <a:ext cx="2362200" cy="38100"/>
          </a:xfrm>
          <a:prstGeom prst="rect">
            <a:avLst/>
          </a:prstGeom>
          <a:solidFill>
            <a:srgbClr val="FBBF24"/>
          </a:solidFill>
          <a:ln w="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roadmap-4-title">
            <a:extLst>
              <a:ext uri="{FF2B5EF4-FFF2-40B4-BE49-F238E27FC236}">
                <a16:creationId xmlns:a16="http://schemas.microsoft.com/office/drawing/2014/main" id="{36AB0AC6-DFF1-45B0-B4BE-688D3F13A8CF}"/>
              </a:ext>
            </a:extLst>
          </p:cNvPr>
          <p:cNvSpPr>
            <a:spLocks noGrp="1"/>
          </p:cNvSpPr>
          <p:nvPr/>
        </p:nvSpPr>
        <p:spPr>
          <a:xfrm>
            <a:off x="10934700" y="5715000"/>
            <a:ext cx="3124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Azure runner</a:t>
            </a:r>
          </a:p>
        </p:txBody>
      </p:sp>
      <p:sp>
        <p:nvSpPr>
          <p:cNvPr id="23" name="roadmap-4-result">
            <a:extLst>
              <a:ext uri="{FF2B5EF4-FFF2-40B4-BE49-F238E27FC236}">
                <a16:creationId xmlns:a16="http://schemas.microsoft.com/office/drawing/2014/main" id="{299274EE-F341-423B-897E-2CAA92C9BFBE}"/>
              </a:ext>
            </a:extLst>
          </p:cNvPr>
          <p:cNvSpPr>
            <a:spLocks noGrp="1"/>
          </p:cNvSpPr>
          <p:nvPr/>
        </p:nvSpPr>
        <p:spPr>
          <a:xfrm>
            <a:off x="10934700" y="6191250"/>
            <a:ext cx="27241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91A3B6"/>
                </a:solidFill>
              </a:defRPr>
            </a:pPr>
            <a:r>
              <a:rPr sz="1500">
                <a:solidFill>
                  <a:srgbClr val="91A3B6"/>
                </a:solidFill>
              </a:rPr>
              <a:t>Move the fleet into managed cloud infrastructure.</a:t>
            </a:r>
          </a:p>
        </p:txBody>
      </p:sp>
      <p:sp>
        <p:nvSpPr>
          <p:cNvPr id="24" name="roadmap-5-num">
            <a:extLst>
              <a:ext uri="{FF2B5EF4-FFF2-40B4-BE49-F238E27FC236}">
                <a16:creationId xmlns:a16="http://schemas.microsoft.com/office/drawing/2014/main" id="{43D77F17-B37A-458B-871A-904098D646CC}"/>
              </a:ext>
            </a:extLst>
          </p:cNvPr>
          <p:cNvSpPr>
            <a:spLocks noGrp="1"/>
          </p:cNvSpPr>
          <p:nvPr/>
        </p:nvSpPr>
        <p:spPr>
          <a:xfrm>
            <a:off x="14287500" y="49720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roadmap-5-num-text">
            <a:extLst>
              <a:ext uri="{FF2B5EF4-FFF2-40B4-BE49-F238E27FC236}">
                <a16:creationId xmlns:a16="http://schemas.microsoft.com/office/drawing/2014/main" id="{90FF7CA9-9217-40A1-B00B-834CC529F106}"/>
              </a:ext>
            </a:extLst>
          </p:cNvPr>
          <p:cNvSpPr>
            <a:spLocks noGrp="1"/>
          </p:cNvSpPr>
          <p:nvPr/>
        </p:nvSpPr>
        <p:spPr>
          <a:xfrm>
            <a:off x="14535150" y="5124450"/>
            <a:ext cx="114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071018"/>
                </a:solidFill>
              </a:defRPr>
            </a:pPr>
            <a:r>
              <a:rPr sz="2025" b="1">
                <a:solidFill>
                  <a:srgbClr val="071018"/>
                </a:solidFill>
              </a:rPr>
              <a:t>5</a:t>
            </a:r>
          </a:p>
        </p:txBody>
      </p:sp>
      <p:sp>
        <p:nvSpPr>
          <p:cNvPr id="26" name="roadmap-5-line">
            <a:extLst>
              <a:ext uri="{FF2B5EF4-FFF2-40B4-BE49-F238E27FC236}">
                <a16:creationId xmlns:a16="http://schemas.microsoft.com/office/drawing/2014/main" id="{985D67D9-3675-4AF6-AD76-054543ACC074}"/>
              </a:ext>
            </a:extLst>
          </p:cNvPr>
          <p:cNvSpPr>
            <a:spLocks noGrp="1"/>
          </p:cNvSpPr>
          <p:nvPr/>
        </p:nvSpPr>
        <p:spPr>
          <a:xfrm>
            <a:off x="15049500" y="5257800"/>
            <a:ext cx="2362200" cy="3810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roadmap-5-title">
            <a:extLst>
              <a:ext uri="{FF2B5EF4-FFF2-40B4-BE49-F238E27FC236}">
                <a16:creationId xmlns:a16="http://schemas.microsoft.com/office/drawing/2014/main" id="{702D8D48-F050-4620-B845-6A91CFCF5409}"/>
              </a:ext>
            </a:extLst>
          </p:cNvPr>
          <p:cNvSpPr>
            <a:spLocks noGrp="1"/>
          </p:cNvSpPr>
          <p:nvPr/>
        </p:nvSpPr>
        <p:spPr>
          <a:xfrm>
            <a:off x="14287500" y="5715000"/>
            <a:ext cx="31242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Governance</a:t>
            </a:r>
          </a:p>
        </p:txBody>
      </p:sp>
      <p:sp>
        <p:nvSpPr>
          <p:cNvPr id="28" name="roadmap-5-result">
            <a:extLst>
              <a:ext uri="{FF2B5EF4-FFF2-40B4-BE49-F238E27FC236}">
                <a16:creationId xmlns:a16="http://schemas.microsoft.com/office/drawing/2014/main" id="{D90ED47C-0BDF-4318-B29E-467F1E52DEF0}"/>
              </a:ext>
            </a:extLst>
          </p:cNvPr>
          <p:cNvSpPr>
            <a:spLocks noGrp="1"/>
          </p:cNvSpPr>
          <p:nvPr/>
        </p:nvSpPr>
        <p:spPr>
          <a:xfrm>
            <a:off x="14287500" y="6191250"/>
            <a:ext cx="3048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91A3B6"/>
                </a:solidFill>
              </a:defRPr>
            </a:pPr>
            <a:r>
              <a:rPr sz="1500">
                <a:solidFill>
                  <a:srgbClr val="91A3B6"/>
                </a:solidFill>
              </a:rPr>
              <a:t>Budgets, approvals, drift detection, and global policy.</a:t>
            </a:r>
          </a:p>
        </p:txBody>
      </p:sp>
      <p:sp>
        <p:nvSpPr>
          <p:cNvPr id="29" name="roadmap-close">
            <a:extLst>
              <a:ext uri="{FF2B5EF4-FFF2-40B4-BE49-F238E27FC236}">
                <a16:creationId xmlns:a16="http://schemas.microsoft.com/office/drawing/2014/main" id="{F086D8A0-F26E-4B5F-B393-A7EA76C3B2E7}"/>
              </a:ext>
            </a:extLst>
          </p:cNvPr>
          <p:cNvSpPr>
            <a:spLocks noGrp="1"/>
          </p:cNvSpPr>
          <p:nvPr/>
        </p:nvSpPr>
        <p:spPr>
          <a:xfrm>
            <a:off x="876300" y="7429500"/>
            <a:ext cx="121729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DDE7F0"/>
                </a:solidFill>
              </a:defRPr>
            </a:pPr>
            <a:r>
              <a:rPr sz="2325" b="1">
                <a:solidFill>
                  <a:srgbClr val="DDE7F0"/>
                </a:solidFill>
              </a:rPr>
              <a:t>The end state: a software company can run Symphony across all projects with visibility, control, and trust.</a:t>
            </a:r>
          </a:p>
        </p:txBody>
      </p:sp>
      <p:sp>
        <p:nvSpPr>
          <p:cNvPr id="30" name="footer-brand-roadmap">
            <a:extLst>
              <a:ext uri="{FF2B5EF4-FFF2-40B4-BE49-F238E27FC236}">
                <a16:creationId xmlns:a16="http://schemas.microsoft.com/office/drawing/2014/main" id="{70E1C676-1052-4815-ABC6-600BC35B828D}"/>
              </a:ext>
            </a:extLst>
          </p:cNvPr>
          <p:cNvSpPr>
            <a:spLocks noGrp="1"/>
          </p:cNvSpPr>
          <p:nvPr/>
        </p:nvSpPr>
        <p:spPr>
          <a:xfrm>
            <a:off x="876300" y="94869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CONDUCTOR</a:t>
            </a:r>
          </a:p>
        </p:txBody>
      </p:sp>
      <p:sp>
        <p:nvSpPr>
          <p:cNvPr id="31" name="footer-label-roadmap">
            <a:extLst>
              <a:ext uri="{FF2B5EF4-FFF2-40B4-BE49-F238E27FC236}">
                <a16:creationId xmlns:a16="http://schemas.microsoft.com/office/drawing/2014/main" id="{AF267F43-053E-4C0E-8E4F-46495D599C16}"/>
              </a:ext>
            </a:extLst>
          </p:cNvPr>
          <p:cNvSpPr>
            <a:spLocks noGrp="1"/>
          </p:cNvSpPr>
          <p:nvPr/>
        </p:nvSpPr>
        <p:spPr>
          <a:xfrm>
            <a:off x="14744700" y="94869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415169"/>
                </a:solidFill>
              </a:defRPr>
            </a:pPr>
            <a:r>
              <a:rPr sz="1125" b="1">
                <a:solidFill>
                  <a:srgbClr val="415169"/>
                </a:solidFill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4395080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9C52D7-E950-45E1-9575-F714284ADAFF}">
  <we:reference id="f5f369e5-aa35-49d7-ad7b-638152ddb008" version="1.0.0.1" store="EXCatalog" storeType="EXCatalog"/>
  <we:alternateReferences>
    <we:reference id="WA200010001" version="1.0.0.1" store="en-GB" storeType="OMEX"/>
  </we:alternateReferences>
  <we:properties>
    <we:property name="claude.fileId" value="&quot;825b4b6b-01ee-4bd8-be81-ebc4a94825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DocSecurity>0</DocSecurity>
  <PresentationFormat>Custom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Nick Beaugeard</cp:lastModifiedBy>
  <cp:revision>1</cp:revision>
  <dcterms:created xsi:type="dcterms:W3CDTF">2026-04-29T03:37:07Z</dcterms:created>
  <dcterms:modified xsi:type="dcterms:W3CDTF">2026-04-29T03:43:37Z</dcterms:modified>
</cp:coreProperties>
</file>